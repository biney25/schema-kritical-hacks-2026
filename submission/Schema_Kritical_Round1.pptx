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2972ca3b9a44e6" /><Relationship Type="http://schemas.openxmlformats.org/officeDocument/2006/relationships/extended-properties" Target="/docProps/app.xml" Id="R52c13b6606974dff" /><Relationship Type="http://schemas.openxmlformats.org/officeDocument/2006/relationships/officeDocument" Target="/ppt/presentation.xml" Id="R3337b7ae7a90448b" /></Relationships>
</file>

<file path=ppt/presentation.xml><?xml version="1.0" encoding="utf-8"?>
<p:presentation xmlns:p="http://schemas.openxmlformats.org/presentationml/2006/main">
  <p:sldMasterIdLst>
    <p:sldMasterId xmlns:r="http://schemas.openxmlformats.org/officeDocument/2006/relationships" id="2147483648" r:id="R5334eee68904475e"/>
  </p:sldMasterIdLst>
  <p:notesMasterIdLst>
    <p:notesMasterId xmlns:r="http://schemas.openxmlformats.org/officeDocument/2006/relationships" r:id="Rf5916e2989754adf"/>
  </p:notesMasterIdLst>
  <p:sldIdLst>
    <p:sldId xmlns:r="http://schemas.openxmlformats.org/officeDocument/2006/relationships" id="256" r:id="R8b9573ae3be14e22"/>
    <p:sldId xmlns:r="http://schemas.openxmlformats.org/officeDocument/2006/relationships" id="257" r:id="R7eeee1f2d49141bf"/>
    <p:sldId xmlns:r="http://schemas.openxmlformats.org/officeDocument/2006/relationships" id="258" r:id="R0a7d7e46ba8f46b9"/>
    <p:sldId xmlns:r="http://schemas.openxmlformats.org/officeDocument/2006/relationships" id="259" r:id="Ra653a29dde1a4b5a"/>
    <p:sldId xmlns:r="http://schemas.openxmlformats.org/officeDocument/2006/relationships" id="260" r:id="R9ad1cb8c05284f62"/>
    <p:sldId xmlns:r="http://schemas.openxmlformats.org/officeDocument/2006/relationships" id="261" r:id="R7919f87b37a4479b"/>
    <p:sldId xmlns:r="http://schemas.openxmlformats.org/officeDocument/2006/relationships" id="262" r:id="R466f1db4d9ab4a6d"/>
    <p:sldId xmlns:r="http://schemas.openxmlformats.org/officeDocument/2006/relationships" id="263" r:id="R31716f1d841e4a6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f6d9140c434fd7" /><Relationship Type="http://schemas.openxmlformats.org/officeDocument/2006/relationships/slideMaster" Target="/ppt/slideMasters/slideMaster1.xml" Id="R5334eee68904475e" /><Relationship Type="http://schemas.openxmlformats.org/officeDocument/2006/relationships/notesMaster" Target="/ppt/notesMasters/notesMaster1.xml" Id="Rf5916e2989754adf" /><Relationship Type="http://schemas.openxmlformats.org/officeDocument/2006/relationships/presProps" Target="/ppt/presProps.xml" Id="R0478448435174b88" /><Relationship Type="http://schemas.openxmlformats.org/officeDocument/2006/relationships/tableStyles" Target="/ppt/tableStyles.xml" Id="R4f65f6b99ed145c4" /><Relationship Type="http://schemas.openxmlformats.org/officeDocument/2006/relationships/slide" Target="/ppt/slides/slide1.xml" Id="R8b9573ae3be14e22" /><Relationship Type="http://schemas.openxmlformats.org/officeDocument/2006/relationships/slide" Target="/ppt/slides/slide2.xml" Id="R7eeee1f2d49141bf" /><Relationship Type="http://schemas.openxmlformats.org/officeDocument/2006/relationships/slide" Target="/ppt/slides/slide3.xml" Id="R0a7d7e46ba8f46b9" /><Relationship Type="http://schemas.openxmlformats.org/officeDocument/2006/relationships/slide" Target="/ppt/slides/slide4.xml" Id="Ra653a29dde1a4b5a" /><Relationship Type="http://schemas.openxmlformats.org/officeDocument/2006/relationships/slide" Target="/ppt/slides/slide5.xml" Id="R9ad1cb8c05284f62" /><Relationship Type="http://schemas.openxmlformats.org/officeDocument/2006/relationships/slide" Target="/ppt/slides/slide6.xml" Id="R7919f87b37a4479b" /><Relationship Type="http://schemas.openxmlformats.org/officeDocument/2006/relationships/slide" Target="/ppt/slides/slide7.xml" Id="R466f1db4d9ab4a6d" /><Relationship Type="http://schemas.openxmlformats.org/officeDocument/2006/relationships/slide" Target="/ppt/slides/slide8.xml" Id="R31716f1d841e4a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a94338659c45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163f4d14fb4554" /><Relationship Type="http://schemas.openxmlformats.org/officeDocument/2006/relationships/notesMaster" Target="/ppt/notesMasters/notesMaster1.xml" Id="Ra42668eb307d42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b1f86ab1b74440" /><Relationship Type="http://schemas.openxmlformats.org/officeDocument/2006/relationships/notesMaster" Target="/ppt/notesMasters/notesMaster1.xml" Id="Rcdc0fef4e20142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f987b04eec41e3" /><Relationship Type="http://schemas.openxmlformats.org/officeDocument/2006/relationships/notesMaster" Target="/ppt/notesMasters/notesMaster1.xml" Id="R72e4f37f3e0746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1f6af3e5044787" /><Relationship Type="http://schemas.openxmlformats.org/officeDocument/2006/relationships/notesMaster" Target="/ppt/notesMasters/notesMaster1.xml" Id="Rcfc617206c054c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bb6bad188d4127" /><Relationship Type="http://schemas.openxmlformats.org/officeDocument/2006/relationships/notesMaster" Target="/ppt/notesMasters/notesMaster1.xml" Id="Rb3148260cbf94b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1c72675e2747f1" /><Relationship Type="http://schemas.openxmlformats.org/officeDocument/2006/relationships/notesMaster" Target="/ppt/notesMasters/notesMaster1.xml" Id="R941a77d3f64145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46ed950194430c" /><Relationship Type="http://schemas.openxmlformats.org/officeDocument/2006/relationships/notesMaster" Target="/ppt/notesMasters/notesMaster1.xml" Id="R35da756c68934c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ed82e9724c40d2" /><Relationship Type="http://schemas.openxmlformats.org/officeDocument/2006/relationships/notesMaster" Target="/ppt/notesMasters/notesMaster1.xml" Id="R0e320f5251034b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Kritical adaptation of the supplied AZINHACK deck. Original handcrafted illustration preserved. Team roster follows the supplied HackIIITD team deck and needs final registration confirmation. Current prototype and future commercial plans are distinguished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and product motivation come from the supplied Schema blueprint and founder story. The pilot is proposed, not completed. No survey, retention or memory-loss statistic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courtyard gig is explicitly an illustrative example from the supplied deck. It is not a real user testimonial or a TinyFish provider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connected TinyFish provider run 43e6a572-a11c-45c5-b8b5-a355b2abe946 completed on 20 October 2026 in five steps. This was not an authenticated request from a deployed Schema host. Dates/venue independently checked: https://us.pycon.org/2026/ . Evidence JSON is included in source. API limit documentation: https://docs.tinyfish.ai/key-concepts/runs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from the copied source: app/api/tinyfish/route.ts, lib/tinyfish/provider.mjs, lib/tinyfish/context.mjs, lib/customer/ai.mjs and customer database adapters. Current standalone data layer uses Supabase Postgres/private storage. No pgvector/semantic retrieval or end-to-end encryption claim is made. Provider execution and authentication remain separate verification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prices, usage, FX, tax treatment and AI/support budgets are planning assumptions. Not a profit forecast. Detailed formulas: Schema_Kritical_Economics.xlsx. Provider rates checked 20 October 2026: https://www.tinyfish.ai/pricing ($0.016/step), https://supabase.com/pricing ($0.0213/GB-month storage and $0.09/GB uncached egress overages), https://razorpay.com/pricing/ (2% standard gateway fee, excludes promotions). A ₹149 tax-inclusive customer price is modeled with illustrative 18% sales tax and 18% tax on the gateway fee. Typical cost ₹26.607. Net receipts ₹122.755. Contribution ₹96.148 before free users and fixed costs. At 100 paid and 900 free users, typical cohort balance ≈₹2,860/month before salaries/acquisition, while the full-allowance stress case is slightly negative. No annual discount until real usage validates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Competitors already provide media, AI, prompts and sharing, so those alone are not unique. Public USD prices checked 20 October 2026: https://dayoneapp.com/plans/ and https://journey.cloud/membership . These are not India checkout quotes or equivalent feature bundles. Schema plan limits are proposed, not implemented billing entitlements. Research trial cost needs a finite acquisition budget. Pilot numbers are targets, not achieved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Names and roles come from the supplied LineOfCode HackIIITD deck. Confirm the Kritical registration roster before submitting. 85 tests means the original 81 plus three provider/draft-boundary tests and one journal save/reopen integration test added in this copy. Real customer-host login, configured TinyFish API request and save/reopen still need live acceptance. Mobile and stronger semantic retrieval are future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d2ef43824c47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729d1d5ce64a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885eacd70f42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4ce3abd04e43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0e9127071742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56b98ae0e948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A5D6FD-4B73-4190-A118-1AC4BF9A3D7B}"/>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B744E1-7CE6-4E87-A2FB-CFFFFC4CDCEA}"/>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335FB5-08DC-4740-888C-96BCD03E8930}"/>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76CD32-2CB5-4A83-9CE0-4526DDEB08F2}"/>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7161F2-92F7-4648-BE61-487CFF0CD743}"/>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6451B4-451C-41D4-866B-F25CC2385595}"/>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87E054-6F03-49D2-8733-F6D0EC161A3F}"/>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2E8253-327F-417B-A02A-1355F76278ED}"/>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86C33-2ADA-40F2-BED4-6CD36EC0633E}"/>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5FA027-EF6A-451A-809F-CF3193F7CDBD}"/>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0528ac90844e03" /><Relationship Type="http://schemas.openxmlformats.org/officeDocument/2006/relationships/slideLayout" Target="/ppt/slideLayouts/slideLayout1.xml" Id="Rd1aae4834b294639" /><Relationship Type="http://schemas.openxmlformats.org/officeDocument/2006/relationships/slideLayout" Target="/ppt/slideLayouts/slideLayout2.xml" Id="R1e1b66e9d11843d7" /><Relationship Type="http://schemas.openxmlformats.org/officeDocument/2006/relationships/slideLayout" Target="/ppt/slideLayouts/slideLayout3.xml" Id="Rbe9f03ab5a1b4004" /><Relationship Type="http://schemas.openxmlformats.org/officeDocument/2006/relationships/slideLayout" Target="/ppt/slideLayouts/slideLayout4.xml" Id="R75050b5896c0435e" /><Relationship Type="http://schemas.openxmlformats.org/officeDocument/2006/relationships/slideLayout" Target="/ppt/slideLayouts/slideLayout5.xml" Id="Rf66c3e8fcf074cae" /><Relationship Type="http://schemas.openxmlformats.org/officeDocument/2006/relationships/slideLayout" Target="/ppt/slideLayouts/slideLayout6.xml" Id="Rf6e2a5881c1444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aae4834b294639"/>
    <p:sldLayoutId xmlns:r="http://schemas.openxmlformats.org/officeDocument/2006/relationships" id="2147483650" r:id="R1e1b66e9d11843d7"/>
    <p:sldLayoutId xmlns:r="http://schemas.openxmlformats.org/officeDocument/2006/relationships" id="2147483651" r:id="Rbe9f03ab5a1b4004"/>
    <p:sldLayoutId xmlns:r="http://schemas.openxmlformats.org/officeDocument/2006/relationships" id="2147483652" r:id="R75050b5896c0435e"/>
    <p:sldLayoutId xmlns:r="http://schemas.openxmlformats.org/officeDocument/2006/relationships" id="2147483653" r:id="Rf66c3e8fcf074cae"/>
    <p:sldLayoutId xmlns:r="http://schemas.openxmlformats.org/officeDocument/2006/relationships" id="2147483654" r:id="Rf6e2a5881c1444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8da533a51f4577" /><Relationship Type="http://schemas.openxmlformats.org/officeDocument/2006/relationships/image" Target="/ppt/media/image.png" Id="R94f506828fd7413d" /><Relationship Type="http://schemas.openxmlformats.org/officeDocument/2006/relationships/notesSlide" Target="/ppt/notesSlides/notesSlide1.xml" Id="Re774857a98bf45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e7f3852568442b" /><Relationship Type="http://schemas.openxmlformats.org/officeDocument/2006/relationships/notesSlide" Target="/ppt/notesSlides/notesSlide2.xml" Id="Rea095823ac4e40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ce2a1f02aff401f" /><Relationship Type="http://schemas.openxmlformats.org/officeDocument/2006/relationships/image" Target="/ppt/media/image2.png" Id="Redf461cb222c414a" /><Relationship Type="http://schemas.openxmlformats.org/officeDocument/2006/relationships/notesSlide" Target="/ppt/notesSlides/notesSlide3.xml" Id="R15bbd194c9744d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177c9e789e4037" /><Relationship Type="http://schemas.openxmlformats.org/officeDocument/2006/relationships/notesSlide" Target="/ppt/notesSlides/notesSlide4.xml" Id="Rc641f9bad88641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45fcd46a154835" /><Relationship Type="http://schemas.openxmlformats.org/officeDocument/2006/relationships/notesSlide" Target="/ppt/notesSlides/notesSlide5.xml" Id="Rd3eae59931404a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62a5d603e6437c" /><Relationship Type="http://schemas.openxmlformats.org/officeDocument/2006/relationships/notesSlide" Target="/ppt/notesSlides/notesSlide6.xml" Id="R70ade4a9f04c45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0d7223e6d447aa" /><Relationship Type="http://schemas.openxmlformats.org/officeDocument/2006/relationships/notesSlide" Target="/ppt/notesSlides/notesSlide7.xml" Id="R9fd21e9df2c241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f7a2f2187348b1" /><Relationship Type="http://schemas.openxmlformats.org/officeDocument/2006/relationships/notesSlide" Target="/ppt/notesSlides/notesSlide8.xml" Id="Rf00ecc0ceb26409b" /></Relationships>
</file>

<file path=ppt/slides/slide1.xml><?xml version="1.0" encoding="utf-8"?>
<p:sld xmlns:p="http://schemas.openxmlformats.org/presentationml/2006/main">
  <p:cSld>
    <p:bg>
      <p:bgPr>
        <a:solidFill xmlns:a="http://schemas.openxmlformats.org/drawingml/2006/main">
          <a:srgbClr val="F6EFE6"/>
        </a:solidFill>
      </p:bgPr>
    </p:bg>
    <p:spTree>
      <p:nvGrpSpPr>
        <p:cNvPr id="1" name=""/>
        <p:cNvGrpSpPr/>
        <p:nvPr/>
      </p:nvGrpSpPr>
      <p:grpSpPr>
        <a:xfrm xmlns:a="http://schemas.openxmlformats.org/drawingml/2006/main"/>
      </p:grpSpPr>
      <p:sp>
        <p:nvSpPr>
          <p:cNvPr id="7" name="element-1">
            <a:extLst xmlns:a="http://schemas.openxmlformats.org/drawingml/2006/main">
              <a:ext uri="{FF2B5EF4-FFF2-40B4-BE49-F238E27FC236}">
                <a16:creationId xmlns:a16="http://schemas.microsoft.com/office/drawing/2014/main" id="{0689EDE1-D38C-4B82-8433-634618921327}"/>
              </a:ext>
            </a:extLst>
          </p:cNvPr>
          <p:cNvSpPr>
            <a:spLocks xmlns:a="http://schemas.openxmlformats.org/drawingml/2006/main" noGrp="1"/>
          </p:cNvSpPr>
          <p:nvPr/>
        </p:nvSpPr>
        <p:spPr>
          <a:xfrm xmlns:a="http://schemas.openxmlformats.org/drawingml/2006/main">
            <a:off x="514350" y="4286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21281F"/>
                </a:solidFill>
                <a:latin typeface="TeX Gyre Adventor"/>
                <a:ea typeface="TeX Gyre Adventor"/>
                <a:cs typeface="TeX Gyre Adventor"/>
              </a:defRPr>
            </a:defPPr>
            <a:lvl1pPr algn="l">
              <a:defRPr sz="938" b="1" i="0">
                <a:solidFill>
                  <a:srgbClr val="21281F"/>
                </a:solidFill>
                <a:latin typeface="TeX Gyre Adventor"/>
                <a:ea typeface="TeX Gyre Adventor"/>
                <a:cs typeface="TeX Gyre Adventor"/>
              </a:defRPr>
            </a:lvl1pPr>
            <a:lvl2pPr algn="l">
              <a:defRPr sz="938" b="1" i="0">
                <a:solidFill>
                  <a:srgbClr val="21281F"/>
                </a:solidFill>
                <a:latin typeface="TeX Gyre Adventor"/>
                <a:ea typeface="TeX Gyre Adventor"/>
                <a:cs typeface="TeX Gyre Adventor"/>
              </a:defRPr>
            </a:lvl2pPr>
            <a:lvl3pPr algn="l">
              <a:defRPr sz="938" b="1" i="0">
                <a:solidFill>
                  <a:srgbClr val="21281F"/>
                </a:solidFill>
                <a:latin typeface="TeX Gyre Adventor"/>
                <a:ea typeface="TeX Gyre Adventor"/>
                <a:cs typeface="TeX Gyre Adventor"/>
              </a:defRPr>
            </a:lvl3pPr>
            <a:lvl4pPr algn="l">
              <a:defRPr sz="938" b="1" i="0">
                <a:solidFill>
                  <a:srgbClr val="21281F"/>
                </a:solidFill>
                <a:latin typeface="TeX Gyre Adventor"/>
                <a:ea typeface="TeX Gyre Adventor"/>
                <a:cs typeface="TeX Gyre Adventor"/>
              </a:defRPr>
            </a:lvl4pPr>
            <a:lvl5pPr algn="l">
              <a:defRPr sz="938" b="1" i="0">
                <a:solidFill>
                  <a:srgbClr val="21281F"/>
                </a:solidFill>
                <a:latin typeface="TeX Gyre Adventor"/>
                <a:ea typeface="TeX Gyre Adventor"/>
                <a:cs typeface="TeX Gyre Adventor"/>
              </a:defRPr>
            </a:lvl5pPr>
            <a:lvl6pPr algn="l">
              <a:defRPr sz="938" b="1" i="0">
                <a:solidFill>
                  <a:srgbClr val="21281F"/>
                </a:solidFill>
                <a:latin typeface="TeX Gyre Adventor"/>
                <a:ea typeface="TeX Gyre Adventor"/>
                <a:cs typeface="TeX Gyre Adventor"/>
              </a:defRPr>
            </a:lvl6pPr>
            <a:lvl7pPr algn="l">
              <a:defRPr sz="938" b="1" i="0">
                <a:solidFill>
                  <a:srgbClr val="21281F"/>
                </a:solidFill>
                <a:latin typeface="TeX Gyre Adventor"/>
                <a:ea typeface="TeX Gyre Adventor"/>
                <a:cs typeface="TeX Gyre Adventor"/>
              </a:defRPr>
            </a:lvl7pPr>
            <a:lvl8pPr algn="l">
              <a:defRPr sz="938" b="1" i="0">
                <a:solidFill>
                  <a:srgbClr val="21281F"/>
                </a:solidFill>
                <a:latin typeface="TeX Gyre Adventor"/>
                <a:ea typeface="TeX Gyre Adventor"/>
                <a:cs typeface="TeX Gyre Adventor"/>
              </a:defRPr>
            </a:lvl8pPr>
            <a:lvl9pPr algn="l">
              <a:defRPr sz="938" b="1" i="0">
                <a:solidFill>
                  <a:srgbClr val="21281F"/>
                </a:solidFill>
                <a:latin typeface="TeX Gyre Adventor"/>
                <a:ea typeface="TeX Gyre Adventor"/>
                <a:cs typeface="TeX Gyre Adventor"/>
              </a:defRPr>
            </a:lvl9pPr>
          </a:lstStyle>
          <a:p xmlns:a="http://schemas.openxmlformats.org/drawingml/2006/main">
            <a:pPr algn="l">
              <a:defRPr sz="938" b="1" i="0">
                <a:solidFill>
                  <a:srgbClr val="21281F"/>
                </a:solidFill>
                <a:latin typeface="TeX Gyre Adventor"/>
                <a:ea typeface="TeX Gyre Adventor"/>
                <a:cs typeface="TeX Gyre Adventor"/>
              </a:defRPr>
            </a:pPr>
            <a:r>
              <a:rPr sz="938" b="1" i="0">
                <a:solidFill>
                  <a:srgbClr val="21281F"/>
                </a:solidFill>
                <a:latin typeface="TeX Gyre Adventor"/>
                <a:ea typeface="TeX Gyre Adventor"/>
                <a:cs typeface="TeX Gyre Adventor"/>
              </a:rPr>
              <a:t>SCHEMA</a:t>
            </a:r>
          </a:p>
        </p:txBody>
      </p:sp>
      <p:sp>
        <p:nvSpPr>
          <p:cNvPr id="2" name="element-2">
            <a:extLst xmlns:a="http://schemas.openxmlformats.org/drawingml/2006/main">
              <a:ext uri="{FF2B5EF4-FFF2-40B4-BE49-F238E27FC236}">
                <a16:creationId xmlns:a16="http://schemas.microsoft.com/office/drawing/2014/main" id="{3ADFE0DB-5D9A-45B5-AA5E-97B56E417A2B}"/>
              </a:ext>
            </a:extLst>
          </p:cNvPr>
          <p:cNvSpPr>
            <a:spLocks xmlns:a="http://schemas.openxmlformats.org/drawingml/2006/main" noGrp="1"/>
          </p:cNvSpPr>
          <p:nvPr/>
        </p:nvSpPr>
        <p:spPr>
          <a:xfrm xmlns:a="http://schemas.openxmlformats.org/drawingml/2006/main">
            <a:off x="514350" y="1257300"/>
            <a:ext cx="46863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i="0">
                <a:solidFill>
                  <a:srgbClr val="21281F"/>
                </a:solidFill>
                <a:latin typeface="TeX Gyre Schola"/>
                <a:ea typeface="TeX Gyre Schola"/>
                <a:cs typeface="TeX Gyre Schola"/>
              </a:defRPr>
            </a:defPPr>
            <a:lvl1pPr algn="l">
              <a:defRPr sz="3525" b="1" i="0">
                <a:solidFill>
                  <a:srgbClr val="21281F"/>
                </a:solidFill>
                <a:latin typeface="TeX Gyre Schola"/>
                <a:ea typeface="TeX Gyre Schola"/>
                <a:cs typeface="TeX Gyre Schola"/>
              </a:defRPr>
            </a:lvl1pPr>
            <a:lvl2pPr algn="l">
              <a:defRPr sz="3525" b="1" i="0">
                <a:solidFill>
                  <a:srgbClr val="21281F"/>
                </a:solidFill>
                <a:latin typeface="TeX Gyre Schola"/>
                <a:ea typeface="TeX Gyre Schola"/>
                <a:cs typeface="TeX Gyre Schola"/>
              </a:defRPr>
            </a:lvl2pPr>
            <a:lvl3pPr algn="l">
              <a:defRPr sz="3525" b="1" i="0">
                <a:solidFill>
                  <a:srgbClr val="21281F"/>
                </a:solidFill>
                <a:latin typeface="TeX Gyre Schola"/>
                <a:ea typeface="TeX Gyre Schola"/>
                <a:cs typeface="TeX Gyre Schola"/>
              </a:defRPr>
            </a:lvl3pPr>
            <a:lvl4pPr algn="l">
              <a:defRPr sz="3525" b="1" i="0">
                <a:solidFill>
                  <a:srgbClr val="21281F"/>
                </a:solidFill>
                <a:latin typeface="TeX Gyre Schola"/>
                <a:ea typeface="TeX Gyre Schola"/>
                <a:cs typeface="TeX Gyre Schola"/>
              </a:defRPr>
            </a:lvl4pPr>
            <a:lvl5pPr algn="l">
              <a:defRPr sz="3525" b="1" i="0">
                <a:solidFill>
                  <a:srgbClr val="21281F"/>
                </a:solidFill>
                <a:latin typeface="TeX Gyre Schola"/>
                <a:ea typeface="TeX Gyre Schola"/>
                <a:cs typeface="TeX Gyre Schola"/>
              </a:defRPr>
            </a:lvl5pPr>
            <a:lvl6pPr algn="l">
              <a:defRPr sz="3525" b="1" i="0">
                <a:solidFill>
                  <a:srgbClr val="21281F"/>
                </a:solidFill>
                <a:latin typeface="TeX Gyre Schola"/>
                <a:ea typeface="TeX Gyre Schola"/>
                <a:cs typeface="TeX Gyre Schola"/>
              </a:defRPr>
            </a:lvl6pPr>
            <a:lvl7pPr algn="l">
              <a:defRPr sz="3525" b="1" i="0">
                <a:solidFill>
                  <a:srgbClr val="21281F"/>
                </a:solidFill>
                <a:latin typeface="TeX Gyre Schola"/>
                <a:ea typeface="TeX Gyre Schola"/>
                <a:cs typeface="TeX Gyre Schola"/>
              </a:defRPr>
            </a:lvl7pPr>
            <a:lvl8pPr algn="l">
              <a:defRPr sz="3525" b="1" i="0">
                <a:solidFill>
                  <a:srgbClr val="21281F"/>
                </a:solidFill>
                <a:latin typeface="TeX Gyre Schola"/>
                <a:ea typeface="TeX Gyre Schola"/>
                <a:cs typeface="TeX Gyre Schola"/>
              </a:defRPr>
            </a:lvl8pPr>
            <a:lvl9pPr algn="l">
              <a:defRPr sz="3525" b="1" i="0">
                <a:solidFill>
                  <a:srgbClr val="21281F"/>
                </a:solidFill>
                <a:latin typeface="TeX Gyre Schola"/>
                <a:ea typeface="TeX Gyre Schola"/>
                <a:cs typeface="TeX Gyre Schola"/>
              </a:defRPr>
            </a:lvl9pPr>
          </a:lstStyle>
          <a:p xmlns:a="http://schemas.openxmlformats.org/drawingml/2006/main">
            <a:pPr algn="l">
              <a:defRPr sz="3525" b="1" i="0">
                <a:solidFill>
                  <a:srgbClr val="21281F"/>
                </a:solidFill>
                <a:latin typeface="TeX Gyre Schola"/>
                <a:ea typeface="TeX Gyre Schola"/>
                <a:cs typeface="TeX Gyre Schola"/>
              </a:defRPr>
            </a:pPr>
            <a:r>
              <a:rPr sz="3525" b="1" i="0">
                <a:solidFill>
                  <a:srgbClr val="21281F"/>
                </a:solidFill>
                <a:latin typeface="TeX Gyre Schola"/>
                <a:ea typeface="TeX Gyre Schola"/>
                <a:cs typeface="TeX Gyre Schola"/>
              </a:rPr>
              <a:t>Schema keeps the</a:t>
            </a:r>
          </a:p>
          <a:p xmlns:a="http://schemas.openxmlformats.org/drawingml/2006/main">
            <a:pPr algn="l">
              <a:defRPr sz="3525" b="1" i="0">
                <a:solidFill>
                  <a:srgbClr val="21281F"/>
                </a:solidFill>
                <a:latin typeface="TeX Gyre Schola"/>
                <a:ea typeface="TeX Gyre Schola"/>
                <a:cs typeface="TeX Gyre Schola"/>
              </a:defRPr>
            </a:pPr>
            <a:r>
              <a:rPr sz="3525" b="1" i="0">
                <a:solidFill>
                  <a:srgbClr val="21281F"/>
                </a:solidFill>
                <a:latin typeface="TeX Gyre Schola"/>
                <a:ea typeface="TeX Gyre Schola"/>
                <a:cs typeface="TeX Gyre Schola"/>
              </a:rPr>
              <a:t>story behind your</a:t>
            </a:r>
          </a:p>
          <a:p xmlns:a="http://schemas.openxmlformats.org/drawingml/2006/main">
            <a:pPr algn="l">
              <a:defRPr sz="3525" b="1" i="0">
                <a:solidFill>
                  <a:srgbClr val="21281F"/>
                </a:solidFill>
                <a:latin typeface="TeX Gyre Schola"/>
                <a:ea typeface="TeX Gyre Schola"/>
                <a:cs typeface="TeX Gyre Schola"/>
              </a:defRPr>
            </a:pPr>
            <a:r>
              <a:rPr sz="3525" b="1" i="0">
                <a:solidFill>
                  <a:srgbClr val="21281F"/>
                </a:solidFill>
                <a:latin typeface="TeX Gyre Schola"/>
                <a:ea typeface="TeX Gyre Schola"/>
                <a:cs typeface="TeX Gyre Schola"/>
              </a:rPr>
              <a:t>photos</a:t>
            </a:r>
          </a:p>
        </p:txBody>
      </p:sp>
      <p:sp>
        <p:nvSpPr>
          <p:cNvPr id="3" name="element-3">
            <a:extLst xmlns:a="http://schemas.openxmlformats.org/drawingml/2006/main">
              <a:ext uri="{FF2B5EF4-FFF2-40B4-BE49-F238E27FC236}">
                <a16:creationId xmlns:a16="http://schemas.microsoft.com/office/drawing/2014/main" id="{7639AD2C-8A36-4DE8-A7CD-AE54F24252CA}"/>
              </a:ext>
            </a:extLst>
          </p:cNvPr>
          <p:cNvSpPr>
            <a:spLocks xmlns:a="http://schemas.openxmlformats.org/drawingml/2006/main" noGrp="1"/>
          </p:cNvSpPr>
          <p:nvPr/>
        </p:nvSpPr>
        <p:spPr>
          <a:xfrm xmlns:a="http://schemas.openxmlformats.org/drawingml/2006/main">
            <a:off x="514350" y="2990850"/>
            <a:ext cx="4648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i="0">
                <a:solidFill>
                  <a:srgbClr val="21281F"/>
                </a:solidFill>
                <a:latin typeface="TeX Gyre Adventor"/>
                <a:ea typeface="TeX Gyre Adventor"/>
                <a:cs typeface="TeX Gyre Adventor"/>
              </a:defRPr>
            </a:defPPr>
            <a:lvl1pPr algn="l">
              <a:defRPr sz="1425" b="0" i="0">
                <a:solidFill>
                  <a:srgbClr val="21281F"/>
                </a:solidFill>
                <a:latin typeface="TeX Gyre Adventor"/>
                <a:ea typeface="TeX Gyre Adventor"/>
                <a:cs typeface="TeX Gyre Adventor"/>
              </a:defRPr>
            </a:lvl1pPr>
            <a:lvl2pPr algn="l">
              <a:defRPr sz="1425" b="0" i="0">
                <a:solidFill>
                  <a:srgbClr val="21281F"/>
                </a:solidFill>
                <a:latin typeface="TeX Gyre Adventor"/>
                <a:ea typeface="TeX Gyre Adventor"/>
                <a:cs typeface="TeX Gyre Adventor"/>
              </a:defRPr>
            </a:lvl2pPr>
            <a:lvl3pPr algn="l">
              <a:defRPr sz="1425" b="0" i="0">
                <a:solidFill>
                  <a:srgbClr val="21281F"/>
                </a:solidFill>
                <a:latin typeface="TeX Gyre Adventor"/>
                <a:ea typeface="TeX Gyre Adventor"/>
                <a:cs typeface="TeX Gyre Adventor"/>
              </a:defRPr>
            </a:lvl3pPr>
            <a:lvl4pPr algn="l">
              <a:defRPr sz="1425" b="0" i="0">
                <a:solidFill>
                  <a:srgbClr val="21281F"/>
                </a:solidFill>
                <a:latin typeface="TeX Gyre Adventor"/>
                <a:ea typeface="TeX Gyre Adventor"/>
                <a:cs typeface="TeX Gyre Adventor"/>
              </a:defRPr>
            </a:lvl4pPr>
            <a:lvl5pPr algn="l">
              <a:defRPr sz="1425" b="0" i="0">
                <a:solidFill>
                  <a:srgbClr val="21281F"/>
                </a:solidFill>
                <a:latin typeface="TeX Gyre Adventor"/>
                <a:ea typeface="TeX Gyre Adventor"/>
                <a:cs typeface="TeX Gyre Adventor"/>
              </a:defRPr>
            </a:lvl5pPr>
            <a:lvl6pPr algn="l">
              <a:defRPr sz="1425" b="0" i="0">
                <a:solidFill>
                  <a:srgbClr val="21281F"/>
                </a:solidFill>
                <a:latin typeface="TeX Gyre Adventor"/>
                <a:ea typeface="TeX Gyre Adventor"/>
                <a:cs typeface="TeX Gyre Adventor"/>
              </a:defRPr>
            </a:lvl6pPr>
            <a:lvl7pPr algn="l">
              <a:defRPr sz="1425" b="0" i="0">
                <a:solidFill>
                  <a:srgbClr val="21281F"/>
                </a:solidFill>
                <a:latin typeface="TeX Gyre Adventor"/>
                <a:ea typeface="TeX Gyre Adventor"/>
                <a:cs typeface="TeX Gyre Adventor"/>
              </a:defRPr>
            </a:lvl7pPr>
            <a:lvl8pPr algn="l">
              <a:defRPr sz="1425" b="0" i="0">
                <a:solidFill>
                  <a:srgbClr val="21281F"/>
                </a:solidFill>
                <a:latin typeface="TeX Gyre Adventor"/>
                <a:ea typeface="TeX Gyre Adventor"/>
                <a:cs typeface="TeX Gyre Adventor"/>
              </a:defRPr>
            </a:lvl8pPr>
            <a:lvl9pPr algn="l">
              <a:defRPr sz="1425" b="0" i="0">
                <a:solidFill>
                  <a:srgbClr val="21281F"/>
                </a:solidFill>
                <a:latin typeface="TeX Gyre Adventor"/>
                <a:ea typeface="TeX Gyre Adventor"/>
                <a:cs typeface="TeX Gyre Adventor"/>
              </a:defRPr>
            </a:lvl9pPr>
          </a:lstStyle>
          <a:p xmlns:a="http://schemas.openxmlformats.org/drawingml/2006/main">
            <a:pPr algn="l">
              <a:defRPr sz="1425" b="0" i="0">
                <a:solidFill>
                  <a:srgbClr val="21281F"/>
                </a:solidFill>
                <a:latin typeface="TeX Gyre Adventor"/>
                <a:ea typeface="TeX Gyre Adventor"/>
                <a:cs typeface="TeX Gyre Adventor"/>
              </a:defRPr>
            </a:pPr>
            <a:r>
              <a:rPr sz="1425" b="0" i="0">
                <a:solidFill>
                  <a:srgbClr val="21281F"/>
                </a:solidFill>
                <a:latin typeface="TeX Gyre Adventor"/>
                <a:ea typeface="TeX Gyre Adventor"/>
                <a:cs typeface="TeX Gyre Adventor"/>
              </a:rPr>
              <a:t>A private journal for the details a photo misses. You write the notes. We add event facts from the event’s own page, and you approve each one.</a:t>
            </a:r>
          </a:p>
        </p:txBody>
      </p:sp>
      <p:pic>
        <p:nvPicPr>
          <p:cNvPr id="4" name="">
            <a:extLst xmlns:a="http://schemas.openxmlformats.org/drawingml/2006/main">
              <a:ext uri="{FF2B5EF4-FFF2-40B4-BE49-F238E27FC236}">
                <a16:creationId xmlns:a16="http://schemas.microsoft.com/office/drawing/2014/main" id="{1EE88FF0-D0A0-4E4D-8F80-B637E6D1A689}"/>
              </a:ext>
            </a:extLst>
          </p:cNvPr>
          <p:cNvPicPr>
            <a:picLocks xmlns:a="http://schemas.openxmlformats.org/drawingml/2006/main" noChangeAspect="1"/>
          </p:cNvPicPr>
          <p:nvPr/>
        </p:nvPicPr>
        <p:blipFill>
          <a:blip xmlns:r="http://schemas.openxmlformats.org/officeDocument/2006/relationships" xmlns:a="http://schemas.openxmlformats.org/drawingml/2006/main" r:embed="R94f506828fd7413d"/>
          <a:stretch xmlns:a="http://schemas.openxmlformats.org/drawingml/2006/main"/>
        </p:blipFill>
        <p:spPr>
          <a:xfrm xmlns:a="http://schemas.openxmlformats.org/drawingml/2006/main">
            <a:off x="5381625" y="571500"/>
            <a:ext cx="3257550" cy="3429000"/>
          </a:xfrm>
          <a:prstGeom xmlns:a="http://schemas.openxmlformats.org/drawingml/2006/main" prst="rect">
            <a:avLst/>
          </a:prstGeom>
        </p:spPr>
      </p:pic>
      <p:sp>
        <p:nvSpPr>
          <p:cNvPr id="5" name="element-4">
            <a:extLst xmlns:a="http://schemas.openxmlformats.org/drawingml/2006/main">
              <a:ext uri="{FF2B5EF4-FFF2-40B4-BE49-F238E27FC236}">
                <a16:creationId xmlns:a16="http://schemas.microsoft.com/office/drawing/2014/main" id="{C9727D6A-351F-49DB-9513-FE486694C86F}"/>
              </a:ext>
            </a:extLst>
          </p:cNvPr>
          <p:cNvSpPr>
            <a:spLocks xmlns:a="http://schemas.openxmlformats.org/drawingml/2006/main" noGrp="1"/>
          </p:cNvSpPr>
          <p:nvPr/>
        </p:nvSpPr>
        <p:spPr>
          <a:xfrm xmlns:a="http://schemas.openxmlformats.org/drawingml/2006/main">
            <a:off x="514350" y="4352925"/>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i="0">
                <a:solidFill>
                  <a:srgbClr val="21281F"/>
                </a:solidFill>
                <a:latin typeface="TeX Gyre Adventor"/>
                <a:ea typeface="TeX Gyre Adventor"/>
                <a:cs typeface="TeX Gyre Adventor"/>
              </a:defRPr>
            </a:defPPr>
            <a:lvl1pPr algn="l">
              <a:defRPr sz="1200" b="1" i="0">
                <a:solidFill>
                  <a:srgbClr val="21281F"/>
                </a:solidFill>
                <a:latin typeface="TeX Gyre Adventor"/>
                <a:ea typeface="TeX Gyre Adventor"/>
                <a:cs typeface="TeX Gyre Adventor"/>
              </a:defRPr>
            </a:lvl1pPr>
            <a:lvl2pPr algn="l">
              <a:defRPr sz="1200" b="1" i="0">
                <a:solidFill>
                  <a:srgbClr val="21281F"/>
                </a:solidFill>
                <a:latin typeface="TeX Gyre Adventor"/>
                <a:ea typeface="TeX Gyre Adventor"/>
                <a:cs typeface="TeX Gyre Adventor"/>
              </a:defRPr>
            </a:lvl2pPr>
            <a:lvl3pPr algn="l">
              <a:defRPr sz="1200" b="1" i="0">
                <a:solidFill>
                  <a:srgbClr val="21281F"/>
                </a:solidFill>
                <a:latin typeface="TeX Gyre Adventor"/>
                <a:ea typeface="TeX Gyre Adventor"/>
                <a:cs typeface="TeX Gyre Adventor"/>
              </a:defRPr>
            </a:lvl3pPr>
            <a:lvl4pPr algn="l">
              <a:defRPr sz="1200" b="1" i="0">
                <a:solidFill>
                  <a:srgbClr val="21281F"/>
                </a:solidFill>
                <a:latin typeface="TeX Gyre Adventor"/>
                <a:ea typeface="TeX Gyre Adventor"/>
                <a:cs typeface="TeX Gyre Adventor"/>
              </a:defRPr>
            </a:lvl4pPr>
            <a:lvl5pPr algn="l">
              <a:defRPr sz="1200" b="1" i="0">
                <a:solidFill>
                  <a:srgbClr val="21281F"/>
                </a:solidFill>
                <a:latin typeface="TeX Gyre Adventor"/>
                <a:ea typeface="TeX Gyre Adventor"/>
                <a:cs typeface="TeX Gyre Adventor"/>
              </a:defRPr>
            </a:lvl5pPr>
            <a:lvl6pPr algn="l">
              <a:defRPr sz="1200" b="1" i="0">
                <a:solidFill>
                  <a:srgbClr val="21281F"/>
                </a:solidFill>
                <a:latin typeface="TeX Gyre Adventor"/>
                <a:ea typeface="TeX Gyre Adventor"/>
                <a:cs typeface="TeX Gyre Adventor"/>
              </a:defRPr>
            </a:lvl6pPr>
            <a:lvl7pPr algn="l">
              <a:defRPr sz="1200" b="1" i="0">
                <a:solidFill>
                  <a:srgbClr val="21281F"/>
                </a:solidFill>
                <a:latin typeface="TeX Gyre Adventor"/>
                <a:ea typeface="TeX Gyre Adventor"/>
                <a:cs typeface="TeX Gyre Adventor"/>
              </a:defRPr>
            </a:lvl7pPr>
            <a:lvl8pPr algn="l">
              <a:defRPr sz="1200" b="1" i="0">
                <a:solidFill>
                  <a:srgbClr val="21281F"/>
                </a:solidFill>
                <a:latin typeface="TeX Gyre Adventor"/>
                <a:ea typeface="TeX Gyre Adventor"/>
                <a:cs typeface="TeX Gyre Adventor"/>
              </a:defRPr>
            </a:lvl8pPr>
            <a:lvl9pPr algn="l">
              <a:defRPr sz="1200" b="1" i="0">
                <a:solidFill>
                  <a:srgbClr val="21281F"/>
                </a:solidFill>
                <a:latin typeface="TeX Gyre Adventor"/>
                <a:ea typeface="TeX Gyre Adventor"/>
                <a:cs typeface="TeX Gyre Adventor"/>
              </a:defRPr>
            </a:lvl9pPr>
          </a:lstStyle>
          <a:p xmlns:a="http://schemas.openxmlformats.org/drawingml/2006/main">
            <a:pPr algn="l">
              <a:defRPr sz="1200" b="1" i="0">
                <a:solidFill>
                  <a:srgbClr val="21281F"/>
                </a:solidFill>
                <a:latin typeface="TeX Gyre Adventor"/>
                <a:ea typeface="TeX Gyre Adventor"/>
                <a:cs typeface="TeX Gyre Adventor"/>
              </a:defRPr>
            </a:pPr>
            <a:r>
              <a:rPr sz="1200" b="1" i="0">
                <a:solidFill>
                  <a:srgbClr val="21281F"/>
                </a:solidFill>
                <a:latin typeface="TeX Gyre Adventor"/>
                <a:ea typeface="TeX Gyre Adventor"/>
                <a:cs typeface="TeX Gyre Adventor"/>
              </a:rPr>
              <a:t>Team LineOfCode  ·  Delhi Technological University</a:t>
            </a:r>
          </a:p>
        </p:txBody>
      </p:sp>
      <p:sp>
        <p:nvSpPr>
          <p:cNvPr id="6" name="element-5">
            <a:extLst xmlns:a="http://schemas.openxmlformats.org/drawingml/2006/main">
              <a:ext uri="{FF2B5EF4-FFF2-40B4-BE49-F238E27FC236}">
                <a16:creationId xmlns:a16="http://schemas.microsoft.com/office/drawing/2014/main" id="{2024BAE7-6CE5-4FF9-A394-E90F680FB903}"/>
              </a:ext>
            </a:extLst>
          </p:cNvPr>
          <p:cNvSpPr>
            <a:spLocks xmlns:a="http://schemas.openxmlformats.org/drawingml/2006/main" noGrp="1"/>
          </p:cNvSpPr>
          <p:nvPr/>
        </p:nvSpPr>
        <p:spPr>
          <a:xfrm xmlns:a="http://schemas.openxmlformats.org/drawingml/2006/main">
            <a:off x="514350" y="4591050"/>
            <a:ext cx="619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i="0">
                <a:solidFill>
                  <a:srgbClr val="67685E"/>
                </a:solidFill>
                <a:latin typeface="TeX Gyre Adventor"/>
                <a:ea typeface="TeX Gyre Adventor"/>
                <a:cs typeface="TeX Gyre Adventor"/>
              </a:defRPr>
            </a:defPPr>
            <a:lvl1pPr algn="l">
              <a:defRPr sz="1050" b="0" i="0">
                <a:solidFill>
                  <a:srgbClr val="67685E"/>
                </a:solidFill>
                <a:latin typeface="TeX Gyre Adventor"/>
                <a:ea typeface="TeX Gyre Adventor"/>
                <a:cs typeface="TeX Gyre Adventor"/>
              </a:defRPr>
            </a:lvl1pPr>
            <a:lvl2pPr algn="l">
              <a:defRPr sz="1050" b="0" i="0">
                <a:solidFill>
                  <a:srgbClr val="67685E"/>
                </a:solidFill>
                <a:latin typeface="TeX Gyre Adventor"/>
                <a:ea typeface="TeX Gyre Adventor"/>
                <a:cs typeface="TeX Gyre Adventor"/>
              </a:defRPr>
            </a:lvl2pPr>
            <a:lvl3pPr algn="l">
              <a:defRPr sz="1050" b="0" i="0">
                <a:solidFill>
                  <a:srgbClr val="67685E"/>
                </a:solidFill>
                <a:latin typeface="TeX Gyre Adventor"/>
                <a:ea typeface="TeX Gyre Adventor"/>
                <a:cs typeface="TeX Gyre Adventor"/>
              </a:defRPr>
            </a:lvl3pPr>
            <a:lvl4pPr algn="l">
              <a:defRPr sz="1050" b="0" i="0">
                <a:solidFill>
                  <a:srgbClr val="67685E"/>
                </a:solidFill>
                <a:latin typeface="TeX Gyre Adventor"/>
                <a:ea typeface="TeX Gyre Adventor"/>
                <a:cs typeface="TeX Gyre Adventor"/>
              </a:defRPr>
            </a:lvl4pPr>
            <a:lvl5pPr algn="l">
              <a:defRPr sz="1050" b="0" i="0">
                <a:solidFill>
                  <a:srgbClr val="67685E"/>
                </a:solidFill>
                <a:latin typeface="TeX Gyre Adventor"/>
                <a:ea typeface="TeX Gyre Adventor"/>
                <a:cs typeface="TeX Gyre Adventor"/>
              </a:defRPr>
            </a:lvl5pPr>
            <a:lvl6pPr algn="l">
              <a:defRPr sz="1050" b="0" i="0">
                <a:solidFill>
                  <a:srgbClr val="67685E"/>
                </a:solidFill>
                <a:latin typeface="TeX Gyre Adventor"/>
                <a:ea typeface="TeX Gyre Adventor"/>
                <a:cs typeface="TeX Gyre Adventor"/>
              </a:defRPr>
            </a:lvl6pPr>
            <a:lvl7pPr algn="l">
              <a:defRPr sz="1050" b="0" i="0">
                <a:solidFill>
                  <a:srgbClr val="67685E"/>
                </a:solidFill>
                <a:latin typeface="TeX Gyre Adventor"/>
                <a:ea typeface="TeX Gyre Adventor"/>
                <a:cs typeface="TeX Gyre Adventor"/>
              </a:defRPr>
            </a:lvl7pPr>
            <a:lvl8pPr algn="l">
              <a:defRPr sz="1050" b="0" i="0">
                <a:solidFill>
                  <a:srgbClr val="67685E"/>
                </a:solidFill>
                <a:latin typeface="TeX Gyre Adventor"/>
                <a:ea typeface="TeX Gyre Adventor"/>
                <a:cs typeface="TeX Gyre Adventor"/>
              </a:defRPr>
            </a:lvl8pPr>
            <a:lvl9pPr algn="l">
              <a:defRPr sz="1050" b="0" i="0">
                <a:solidFill>
                  <a:srgbClr val="67685E"/>
                </a:solidFill>
                <a:latin typeface="TeX Gyre Adventor"/>
                <a:ea typeface="TeX Gyre Adventor"/>
                <a:cs typeface="TeX Gyre Adventor"/>
              </a:defRPr>
            </a:lvl9pPr>
          </a:lstStyle>
          <a:p xmlns:a="http://schemas.openxmlformats.org/drawingml/2006/main">
            <a:pPr algn="l">
              <a:defRPr sz="1050" b="0" i="0">
                <a:solidFill>
                  <a:srgbClr val="67685E"/>
                </a:solidFill>
                <a:latin typeface="TeX Gyre Adventor"/>
                <a:ea typeface="TeX Gyre Adventor"/>
                <a:cs typeface="TeX Gyre Adventor"/>
              </a:defRPr>
            </a:pPr>
            <a:r>
              <a:rPr sz="1050" b="0" i="0">
                <a:solidFill>
                  <a:srgbClr val="67685E"/>
                </a:solidFill>
                <a:latin typeface="TeX Gyre Adventor"/>
                <a:ea typeface="TeX Gyre Adventor"/>
                <a:cs typeface="TeX Gyre Adventor"/>
              </a:rPr>
              <a:t>Kritical Hacks 2026  ·  AI/ML Student Track</a:t>
            </a:r>
          </a:p>
        </p:txBody>
      </p:sp>
    </p:spTree>
    <p:extLst>
      <p:ext uri="{BB962C8B-B14F-4D97-AF65-F5344CB8AC3E}">
        <p14:creationId xmlns:p14="http://schemas.microsoft.com/office/powerpoint/2010/main" val="1605728108"/>
      </p:ext>
    </p:extLst>
  </p:cSld>
</p:sld>
</file>

<file path=ppt/slides/slide2.xml><?xml version="1.0" encoding="utf-8"?>
<p:sld xmlns:p="http://schemas.openxmlformats.org/presentationml/2006/main">
  <p:cSld>
    <p:bg>
      <p:bgPr>
        <a:solidFill xmlns:a="http://schemas.openxmlformats.org/drawingml/2006/main">
          <a:srgbClr val="F6EFE6"/>
        </a:solidFill>
      </p:bgPr>
    </p:bg>
    <p:spTree>
      <p:nvGrpSpPr>
        <p:cNvPr id="1" name=""/>
        <p:cNvGrpSpPr/>
        <p:nvPr/>
      </p:nvGrpSpPr>
      <p:grpSpPr>
        <a:xfrm xmlns:a="http://schemas.openxmlformats.org/drawingml/2006/main"/>
      </p:grpSpPr>
      <p:sp>
        <p:nvSpPr>
          <p:cNvPr id="18" name="element-6">
            <a:extLst xmlns:a="http://schemas.openxmlformats.org/drawingml/2006/main">
              <a:ext uri="{FF2B5EF4-FFF2-40B4-BE49-F238E27FC236}">
                <a16:creationId xmlns:a16="http://schemas.microsoft.com/office/drawing/2014/main" id="{4599C1AB-EF76-47F6-9AB6-F73A97A7B3FD}"/>
              </a:ext>
            </a:extLst>
          </p:cNvPr>
          <p:cNvSpPr>
            <a:spLocks xmlns:a="http://schemas.openxmlformats.org/drawingml/2006/main" noGrp="1"/>
          </p:cNvSpPr>
          <p:nvPr/>
        </p:nvSpPr>
        <p:spPr>
          <a:xfrm xmlns:a="http://schemas.openxmlformats.org/drawingml/2006/main">
            <a:off x="514350" y="323850"/>
            <a:ext cx="4524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a:solidFill>
                  <a:srgbClr val="21281F"/>
                </a:solidFill>
                <a:latin typeface="TeX Gyre Schola"/>
                <a:ea typeface="TeX Gyre Schola"/>
                <a:cs typeface="TeX Gyre Schola"/>
              </a:defRPr>
            </a:defPPr>
            <a:lvl1pPr algn="l">
              <a:defRPr sz="2700" b="1" i="0">
                <a:solidFill>
                  <a:srgbClr val="21281F"/>
                </a:solidFill>
                <a:latin typeface="TeX Gyre Schola"/>
                <a:ea typeface="TeX Gyre Schola"/>
                <a:cs typeface="TeX Gyre Schola"/>
              </a:defRPr>
            </a:lvl1pPr>
            <a:lvl2pPr algn="l">
              <a:defRPr sz="2700" b="1" i="0">
                <a:solidFill>
                  <a:srgbClr val="21281F"/>
                </a:solidFill>
                <a:latin typeface="TeX Gyre Schola"/>
                <a:ea typeface="TeX Gyre Schola"/>
                <a:cs typeface="TeX Gyre Schola"/>
              </a:defRPr>
            </a:lvl2pPr>
            <a:lvl3pPr algn="l">
              <a:defRPr sz="2700" b="1" i="0">
                <a:solidFill>
                  <a:srgbClr val="21281F"/>
                </a:solidFill>
                <a:latin typeface="TeX Gyre Schola"/>
                <a:ea typeface="TeX Gyre Schola"/>
                <a:cs typeface="TeX Gyre Schola"/>
              </a:defRPr>
            </a:lvl3pPr>
            <a:lvl4pPr algn="l">
              <a:defRPr sz="2700" b="1" i="0">
                <a:solidFill>
                  <a:srgbClr val="21281F"/>
                </a:solidFill>
                <a:latin typeface="TeX Gyre Schola"/>
                <a:ea typeface="TeX Gyre Schola"/>
                <a:cs typeface="TeX Gyre Schola"/>
              </a:defRPr>
            </a:lvl4pPr>
            <a:lvl5pPr algn="l">
              <a:defRPr sz="2700" b="1" i="0">
                <a:solidFill>
                  <a:srgbClr val="21281F"/>
                </a:solidFill>
                <a:latin typeface="TeX Gyre Schola"/>
                <a:ea typeface="TeX Gyre Schola"/>
                <a:cs typeface="TeX Gyre Schola"/>
              </a:defRPr>
            </a:lvl5pPr>
            <a:lvl6pPr algn="l">
              <a:defRPr sz="2700" b="1" i="0">
                <a:solidFill>
                  <a:srgbClr val="21281F"/>
                </a:solidFill>
                <a:latin typeface="TeX Gyre Schola"/>
                <a:ea typeface="TeX Gyre Schola"/>
                <a:cs typeface="TeX Gyre Schola"/>
              </a:defRPr>
            </a:lvl6pPr>
            <a:lvl7pPr algn="l">
              <a:defRPr sz="2700" b="1" i="0">
                <a:solidFill>
                  <a:srgbClr val="21281F"/>
                </a:solidFill>
                <a:latin typeface="TeX Gyre Schola"/>
                <a:ea typeface="TeX Gyre Schola"/>
                <a:cs typeface="TeX Gyre Schola"/>
              </a:defRPr>
            </a:lvl7pPr>
            <a:lvl8pPr algn="l">
              <a:defRPr sz="2700" b="1" i="0">
                <a:solidFill>
                  <a:srgbClr val="21281F"/>
                </a:solidFill>
                <a:latin typeface="TeX Gyre Schola"/>
                <a:ea typeface="TeX Gyre Schola"/>
                <a:cs typeface="TeX Gyre Schola"/>
              </a:defRPr>
            </a:lvl8pPr>
            <a:lvl9pPr algn="l">
              <a:defRPr sz="2700" b="1" i="0">
                <a:solidFill>
                  <a:srgbClr val="21281F"/>
                </a:solidFill>
                <a:latin typeface="TeX Gyre Schola"/>
                <a:ea typeface="TeX Gyre Schola"/>
                <a:cs typeface="TeX Gyre Schola"/>
              </a:defRPr>
            </a:lvl9pPr>
          </a:lstStyle>
          <a:p xmlns:a="http://schemas.openxmlformats.org/drawingml/2006/main">
            <a:pPr algn="l">
              <a:defRPr sz="2700" b="1" i="0">
                <a:solidFill>
                  <a:srgbClr val="21281F"/>
                </a:solidFill>
                <a:latin typeface="TeX Gyre Schola"/>
                <a:ea typeface="TeX Gyre Schola"/>
                <a:cs typeface="TeX Gyre Schola"/>
              </a:defRPr>
            </a:pPr>
            <a:r>
              <a:rPr sz="2700" b="1" i="0">
                <a:solidFill>
                  <a:srgbClr val="21281F"/>
                </a:solidFill>
                <a:latin typeface="TeX Gyre Schola"/>
                <a:ea typeface="TeX Gyre Schola"/>
                <a:cs typeface="TeX Gyre Schola"/>
              </a:rPr>
              <a:t>A photo keeps the scene.</a:t>
            </a:r>
          </a:p>
          <a:p xmlns:a="http://schemas.openxmlformats.org/drawingml/2006/main">
            <a:pPr algn="l">
              <a:defRPr sz="2700" b="1" i="0">
                <a:solidFill>
                  <a:srgbClr val="21281F"/>
                </a:solidFill>
                <a:latin typeface="TeX Gyre Schola"/>
                <a:ea typeface="TeX Gyre Schola"/>
                <a:cs typeface="TeX Gyre Schola"/>
              </a:defRPr>
            </a:pPr>
            <a:r>
              <a:rPr sz="2700" b="1" i="0">
                <a:solidFill>
                  <a:srgbClr val="21281F"/>
                </a:solidFill>
                <a:latin typeface="TeX Gyre Schola"/>
                <a:ea typeface="TeX Gyre Schola"/>
                <a:cs typeface="TeX Gyre Schola"/>
              </a:rPr>
              <a:t>The details walk away.</a:t>
            </a:r>
          </a:p>
        </p:txBody>
      </p:sp>
      <p:sp>
        <p:nvSpPr>
          <p:cNvPr id="2" name="element-7">
            <a:extLst xmlns:a="http://schemas.openxmlformats.org/drawingml/2006/main">
              <a:ext uri="{FF2B5EF4-FFF2-40B4-BE49-F238E27FC236}">
                <a16:creationId xmlns:a16="http://schemas.microsoft.com/office/drawing/2014/main" id="{59A1B825-75F5-489B-80D3-E7A186068633}"/>
              </a:ext>
            </a:extLst>
          </p:cNvPr>
          <p:cNvSpPr>
            <a:spLocks xmlns:a="http://schemas.openxmlformats.org/drawingml/2006/main" noGrp="1"/>
          </p:cNvSpPr>
          <p:nvPr/>
        </p:nvSpPr>
        <p:spPr>
          <a:xfrm xmlns:a="http://schemas.openxmlformats.org/drawingml/2006/main">
            <a:off x="5286375" y="49530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21281F"/>
                </a:solidFill>
                <a:latin typeface="TeX Gyre Adventor"/>
                <a:ea typeface="TeX Gyre Adventor"/>
                <a:cs typeface="TeX Gyre Adventor"/>
              </a:defRPr>
            </a:defPPr>
            <a:lvl1pPr algn="l">
              <a:defRPr sz="938" b="1" i="0">
                <a:solidFill>
                  <a:srgbClr val="21281F"/>
                </a:solidFill>
                <a:latin typeface="TeX Gyre Adventor"/>
                <a:ea typeface="TeX Gyre Adventor"/>
                <a:cs typeface="TeX Gyre Adventor"/>
              </a:defRPr>
            </a:lvl1pPr>
            <a:lvl2pPr algn="l">
              <a:defRPr sz="938" b="1" i="0">
                <a:solidFill>
                  <a:srgbClr val="21281F"/>
                </a:solidFill>
                <a:latin typeface="TeX Gyre Adventor"/>
                <a:ea typeface="TeX Gyre Adventor"/>
                <a:cs typeface="TeX Gyre Adventor"/>
              </a:defRPr>
            </a:lvl2pPr>
            <a:lvl3pPr algn="l">
              <a:defRPr sz="938" b="1" i="0">
                <a:solidFill>
                  <a:srgbClr val="21281F"/>
                </a:solidFill>
                <a:latin typeface="TeX Gyre Adventor"/>
                <a:ea typeface="TeX Gyre Adventor"/>
                <a:cs typeface="TeX Gyre Adventor"/>
              </a:defRPr>
            </a:lvl3pPr>
            <a:lvl4pPr algn="l">
              <a:defRPr sz="938" b="1" i="0">
                <a:solidFill>
                  <a:srgbClr val="21281F"/>
                </a:solidFill>
                <a:latin typeface="TeX Gyre Adventor"/>
                <a:ea typeface="TeX Gyre Adventor"/>
                <a:cs typeface="TeX Gyre Adventor"/>
              </a:defRPr>
            </a:lvl4pPr>
            <a:lvl5pPr algn="l">
              <a:defRPr sz="938" b="1" i="0">
                <a:solidFill>
                  <a:srgbClr val="21281F"/>
                </a:solidFill>
                <a:latin typeface="TeX Gyre Adventor"/>
                <a:ea typeface="TeX Gyre Adventor"/>
                <a:cs typeface="TeX Gyre Adventor"/>
              </a:defRPr>
            </a:lvl5pPr>
            <a:lvl6pPr algn="l">
              <a:defRPr sz="938" b="1" i="0">
                <a:solidFill>
                  <a:srgbClr val="21281F"/>
                </a:solidFill>
                <a:latin typeface="TeX Gyre Adventor"/>
                <a:ea typeface="TeX Gyre Adventor"/>
                <a:cs typeface="TeX Gyre Adventor"/>
              </a:defRPr>
            </a:lvl6pPr>
            <a:lvl7pPr algn="l">
              <a:defRPr sz="938" b="1" i="0">
                <a:solidFill>
                  <a:srgbClr val="21281F"/>
                </a:solidFill>
                <a:latin typeface="TeX Gyre Adventor"/>
                <a:ea typeface="TeX Gyre Adventor"/>
                <a:cs typeface="TeX Gyre Adventor"/>
              </a:defRPr>
            </a:lvl7pPr>
            <a:lvl8pPr algn="l">
              <a:defRPr sz="938" b="1" i="0">
                <a:solidFill>
                  <a:srgbClr val="21281F"/>
                </a:solidFill>
                <a:latin typeface="TeX Gyre Adventor"/>
                <a:ea typeface="TeX Gyre Adventor"/>
                <a:cs typeface="TeX Gyre Adventor"/>
              </a:defRPr>
            </a:lvl8pPr>
            <a:lvl9pPr algn="l">
              <a:defRPr sz="938" b="1" i="0">
                <a:solidFill>
                  <a:srgbClr val="21281F"/>
                </a:solidFill>
                <a:latin typeface="TeX Gyre Adventor"/>
                <a:ea typeface="TeX Gyre Adventor"/>
                <a:cs typeface="TeX Gyre Adventor"/>
              </a:defRPr>
            </a:lvl9pPr>
          </a:lstStyle>
          <a:p xmlns:a="http://schemas.openxmlformats.org/drawingml/2006/main">
            <a:pPr algn="l">
              <a:defRPr sz="938" b="1" i="0">
                <a:solidFill>
                  <a:srgbClr val="21281F"/>
                </a:solidFill>
                <a:latin typeface="TeX Gyre Adventor"/>
                <a:ea typeface="TeX Gyre Adventor"/>
                <a:cs typeface="TeX Gyre Adventor"/>
              </a:defRPr>
            </a:pPr>
            <a:r>
              <a:rPr sz="938" b="1" i="0">
                <a:solidFill>
                  <a:srgbClr val="21281F"/>
                </a:solidFill>
                <a:latin typeface="TeX Gyre Adventor"/>
                <a:ea typeface="TeX Gyre Adventor"/>
                <a:cs typeface="TeX Gyre Adventor"/>
              </a:rPr>
              <a:t>WHAT A PHOTO CANNOT HOLD</a:t>
            </a:r>
          </a:p>
        </p:txBody>
      </p:sp>
      <p:sp>
        <p:nvSpPr>
          <p:cNvPr id="3" name="element-8">
            <a:extLst xmlns:a="http://schemas.openxmlformats.org/drawingml/2006/main">
              <a:ext uri="{FF2B5EF4-FFF2-40B4-BE49-F238E27FC236}">
                <a16:creationId xmlns:a16="http://schemas.microsoft.com/office/drawing/2014/main" id="{79989B03-2D42-42A9-A077-5251850F66E4}"/>
              </a:ext>
            </a:extLst>
          </p:cNvPr>
          <p:cNvSpPr>
            <a:spLocks xmlns:a="http://schemas.openxmlformats.org/drawingml/2006/main" noGrp="1"/>
          </p:cNvSpPr>
          <p:nvPr/>
        </p:nvSpPr>
        <p:spPr>
          <a:xfrm xmlns:a="http://schemas.openxmlformats.org/drawingml/2006/main">
            <a:off x="5286375" y="781050"/>
            <a:ext cx="3333750" cy="9525"/>
          </a:xfrm>
          <a:prstGeom xmlns:a="http://schemas.openxmlformats.org/drawingml/2006/main" prst="rect">
            <a:avLst/>
          </a:prstGeom>
          <a:solidFill xmlns:a="http://schemas.openxmlformats.org/drawingml/2006/main">
            <a:srgbClr val="DACFC0"/>
          </a:solidFill>
          <a:ln xmlns:a="http://schemas.openxmlformats.org/drawingml/2006/main" w="0">
            <a:noFill/>
            <a:prstDash val="solid"/>
          </a:ln>
        </p:spPr>
      </p:sp>
      <p:sp>
        <p:nvSpPr>
          <p:cNvPr id="4" name="element-9">
            <a:extLst xmlns:a="http://schemas.openxmlformats.org/drawingml/2006/main">
              <a:ext uri="{FF2B5EF4-FFF2-40B4-BE49-F238E27FC236}">
                <a16:creationId xmlns:a16="http://schemas.microsoft.com/office/drawing/2014/main" id="{07FAD6B4-2FD0-44E4-8EA3-FC96749C0567}"/>
              </a:ext>
            </a:extLst>
          </p:cNvPr>
          <p:cNvSpPr>
            <a:spLocks xmlns:a="http://schemas.openxmlformats.org/drawingml/2006/main" noGrp="1"/>
          </p:cNvSpPr>
          <p:nvPr/>
        </p:nvSpPr>
        <p:spPr>
          <a:xfrm xmlns:a="http://schemas.openxmlformats.org/drawingml/2006/main">
            <a:off x="5286375" y="933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1">
                <a:solidFill>
                  <a:srgbClr val="21281F"/>
                </a:solidFill>
                <a:latin typeface="TeX Gyre Schola"/>
                <a:ea typeface="TeX Gyre Schola"/>
                <a:cs typeface="TeX Gyre Schola"/>
              </a:defRPr>
            </a:defPPr>
            <a:lvl1pPr algn="l">
              <a:defRPr sz="1350" b="0" i="1">
                <a:solidFill>
                  <a:srgbClr val="21281F"/>
                </a:solidFill>
                <a:latin typeface="TeX Gyre Schola"/>
                <a:ea typeface="TeX Gyre Schola"/>
                <a:cs typeface="TeX Gyre Schola"/>
              </a:defRPr>
            </a:lvl1pPr>
            <a:lvl2pPr algn="l">
              <a:defRPr sz="1350" b="0" i="1">
                <a:solidFill>
                  <a:srgbClr val="21281F"/>
                </a:solidFill>
                <a:latin typeface="TeX Gyre Schola"/>
                <a:ea typeface="TeX Gyre Schola"/>
                <a:cs typeface="TeX Gyre Schola"/>
              </a:defRPr>
            </a:lvl2pPr>
            <a:lvl3pPr algn="l">
              <a:defRPr sz="1350" b="0" i="1">
                <a:solidFill>
                  <a:srgbClr val="21281F"/>
                </a:solidFill>
                <a:latin typeface="TeX Gyre Schola"/>
                <a:ea typeface="TeX Gyre Schola"/>
                <a:cs typeface="TeX Gyre Schola"/>
              </a:defRPr>
            </a:lvl3pPr>
            <a:lvl4pPr algn="l">
              <a:defRPr sz="1350" b="0" i="1">
                <a:solidFill>
                  <a:srgbClr val="21281F"/>
                </a:solidFill>
                <a:latin typeface="TeX Gyre Schola"/>
                <a:ea typeface="TeX Gyre Schola"/>
                <a:cs typeface="TeX Gyre Schola"/>
              </a:defRPr>
            </a:lvl4pPr>
            <a:lvl5pPr algn="l">
              <a:defRPr sz="1350" b="0" i="1">
                <a:solidFill>
                  <a:srgbClr val="21281F"/>
                </a:solidFill>
                <a:latin typeface="TeX Gyre Schola"/>
                <a:ea typeface="TeX Gyre Schola"/>
                <a:cs typeface="TeX Gyre Schola"/>
              </a:defRPr>
            </a:lvl5pPr>
            <a:lvl6pPr algn="l">
              <a:defRPr sz="1350" b="0" i="1">
                <a:solidFill>
                  <a:srgbClr val="21281F"/>
                </a:solidFill>
                <a:latin typeface="TeX Gyre Schola"/>
                <a:ea typeface="TeX Gyre Schola"/>
                <a:cs typeface="TeX Gyre Schola"/>
              </a:defRPr>
            </a:lvl6pPr>
            <a:lvl7pPr algn="l">
              <a:defRPr sz="1350" b="0" i="1">
                <a:solidFill>
                  <a:srgbClr val="21281F"/>
                </a:solidFill>
                <a:latin typeface="TeX Gyre Schola"/>
                <a:ea typeface="TeX Gyre Schola"/>
                <a:cs typeface="TeX Gyre Schola"/>
              </a:defRPr>
            </a:lvl7pPr>
            <a:lvl8pPr algn="l">
              <a:defRPr sz="1350" b="0" i="1">
                <a:solidFill>
                  <a:srgbClr val="21281F"/>
                </a:solidFill>
                <a:latin typeface="TeX Gyre Schola"/>
                <a:ea typeface="TeX Gyre Schola"/>
                <a:cs typeface="TeX Gyre Schola"/>
              </a:defRPr>
            </a:lvl8pPr>
            <a:lvl9pPr algn="l">
              <a:defRPr sz="1350" b="0" i="1">
                <a:solidFill>
                  <a:srgbClr val="21281F"/>
                </a:solidFill>
                <a:latin typeface="TeX Gyre Schola"/>
                <a:ea typeface="TeX Gyre Schola"/>
                <a:cs typeface="TeX Gyre Schola"/>
              </a:defRPr>
            </a:lvl9pPr>
          </a:lstStyle>
          <a:p xmlns:a="http://schemas.openxmlformats.org/drawingml/2006/main">
            <a:pPr algn="l">
              <a:defRPr sz="1350" b="0" i="1">
                <a:solidFill>
                  <a:srgbClr val="21281F"/>
                </a:solidFill>
                <a:latin typeface="TeX Gyre Schola"/>
                <a:ea typeface="TeX Gyre Schola"/>
                <a:cs typeface="TeX Gyre Schola"/>
              </a:defRPr>
            </a:pPr>
            <a:r>
              <a:rPr sz="1350" b="0" i="1">
                <a:solidFill>
                  <a:srgbClr val="21281F"/>
                </a:solidFill>
                <a:latin typeface="TeX Gyre Schola"/>
                <a:ea typeface="TeX Gyre Schola"/>
                <a:cs typeface="TeX Gyre Schola"/>
              </a:rPr>
              <a:t>A stranger arguing outside the gate</a:t>
            </a:r>
          </a:p>
        </p:txBody>
      </p:sp>
      <p:sp>
        <p:nvSpPr>
          <p:cNvPr id="5" name="element-10">
            <a:extLst xmlns:a="http://schemas.openxmlformats.org/drawingml/2006/main">
              <a:ext uri="{FF2B5EF4-FFF2-40B4-BE49-F238E27FC236}">
                <a16:creationId xmlns:a16="http://schemas.microsoft.com/office/drawing/2014/main" id="{12071EDC-7513-4AAC-9BA4-F8FA0C6C9EA0}"/>
              </a:ext>
            </a:extLst>
          </p:cNvPr>
          <p:cNvSpPr>
            <a:spLocks xmlns:a="http://schemas.openxmlformats.org/drawingml/2006/main" noGrp="1"/>
          </p:cNvSpPr>
          <p:nvPr/>
        </p:nvSpPr>
        <p:spPr>
          <a:xfrm xmlns:a="http://schemas.openxmlformats.org/drawingml/2006/main">
            <a:off x="5286375" y="1295400"/>
            <a:ext cx="3333750" cy="9525"/>
          </a:xfrm>
          <a:prstGeom xmlns:a="http://schemas.openxmlformats.org/drawingml/2006/main" prst="rect">
            <a:avLst/>
          </a:prstGeom>
          <a:solidFill xmlns:a="http://schemas.openxmlformats.org/drawingml/2006/main">
            <a:srgbClr val="DACFC0"/>
          </a:solidFill>
          <a:ln xmlns:a="http://schemas.openxmlformats.org/drawingml/2006/main" w="0">
            <a:noFill/>
            <a:prstDash val="solid"/>
          </a:ln>
        </p:spPr>
      </p:sp>
      <p:sp>
        <p:nvSpPr>
          <p:cNvPr id="6" name="element-11">
            <a:extLst xmlns:a="http://schemas.openxmlformats.org/drawingml/2006/main">
              <a:ext uri="{FF2B5EF4-FFF2-40B4-BE49-F238E27FC236}">
                <a16:creationId xmlns:a16="http://schemas.microsoft.com/office/drawing/2014/main" id="{F484327F-35A6-4BC9-8F6E-DFA57593C742}"/>
              </a:ext>
            </a:extLst>
          </p:cNvPr>
          <p:cNvSpPr>
            <a:spLocks xmlns:a="http://schemas.openxmlformats.org/drawingml/2006/main" noGrp="1"/>
          </p:cNvSpPr>
          <p:nvPr/>
        </p:nvSpPr>
        <p:spPr>
          <a:xfrm xmlns:a="http://schemas.openxmlformats.org/drawingml/2006/main">
            <a:off x="5286375" y="138112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1">
                <a:solidFill>
                  <a:srgbClr val="21281F"/>
                </a:solidFill>
                <a:latin typeface="TeX Gyre Schola"/>
                <a:ea typeface="TeX Gyre Schola"/>
                <a:cs typeface="TeX Gyre Schola"/>
              </a:defRPr>
            </a:defPPr>
            <a:lvl1pPr algn="l">
              <a:defRPr sz="1350" b="0" i="1">
                <a:solidFill>
                  <a:srgbClr val="21281F"/>
                </a:solidFill>
                <a:latin typeface="TeX Gyre Schola"/>
                <a:ea typeface="TeX Gyre Schola"/>
                <a:cs typeface="TeX Gyre Schola"/>
              </a:defRPr>
            </a:lvl1pPr>
            <a:lvl2pPr algn="l">
              <a:defRPr sz="1350" b="0" i="1">
                <a:solidFill>
                  <a:srgbClr val="21281F"/>
                </a:solidFill>
                <a:latin typeface="TeX Gyre Schola"/>
                <a:ea typeface="TeX Gyre Schola"/>
                <a:cs typeface="TeX Gyre Schola"/>
              </a:defRPr>
            </a:lvl2pPr>
            <a:lvl3pPr algn="l">
              <a:defRPr sz="1350" b="0" i="1">
                <a:solidFill>
                  <a:srgbClr val="21281F"/>
                </a:solidFill>
                <a:latin typeface="TeX Gyre Schola"/>
                <a:ea typeface="TeX Gyre Schola"/>
                <a:cs typeface="TeX Gyre Schola"/>
              </a:defRPr>
            </a:lvl3pPr>
            <a:lvl4pPr algn="l">
              <a:defRPr sz="1350" b="0" i="1">
                <a:solidFill>
                  <a:srgbClr val="21281F"/>
                </a:solidFill>
                <a:latin typeface="TeX Gyre Schola"/>
                <a:ea typeface="TeX Gyre Schola"/>
                <a:cs typeface="TeX Gyre Schola"/>
              </a:defRPr>
            </a:lvl4pPr>
            <a:lvl5pPr algn="l">
              <a:defRPr sz="1350" b="0" i="1">
                <a:solidFill>
                  <a:srgbClr val="21281F"/>
                </a:solidFill>
                <a:latin typeface="TeX Gyre Schola"/>
                <a:ea typeface="TeX Gyre Schola"/>
                <a:cs typeface="TeX Gyre Schola"/>
              </a:defRPr>
            </a:lvl5pPr>
            <a:lvl6pPr algn="l">
              <a:defRPr sz="1350" b="0" i="1">
                <a:solidFill>
                  <a:srgbClr val="21281F"/>
                </a:solidFill>
                <a:latin typeface="TeX Gyre Schola"/>
                <a:ea typeface="TeX Gyre Schola"/>
                <a:cs typeface="TeX Gyre Schola"/>
              </a:defRPr>
            </a:lvl6pPr>
            <a:lvl7pPr algn="l">
              <a:defRPr sz="1350" b="0" i="1">
                <a:solidFill>
                  <a:srgbClr val="21281F"/>
                </a:solidFill>
                <a:latin typeface="TeX Gyre Schola"/>
                <a:ea typeface="TeX Gyre Schola"/>
                <a:cs typeface="TeX Gyre Schola"/>
              </a:defRPr>
            </a:lvl7pPr>
            <a:lvl8pPr algn="l">
              <a:defRPr sz="1350" b="0" i="1">
                <a:solidFill>
                  <a:srgbClr val="21281F"/>
                </a:solidFill>
                <a:latin typeface="TeX Gyre Schola"/>
                <a:ea typeface="TeX Gyre Schola"/>
                <a:cs typeface="TeX Gyre Schola"/>
              </a:defRPr>
            </a:lvl8pPr>
            <a:lvl9pPr algn="l">
              <a:defRPr sz="1350" b="0" i="1">
                <a:solidFill>
                  <a:srgbClr val="21281F"/>
                </a:solidFill>
                <a:latin typeface="TeX Gyre Schola"/>
                <a:ea typeface="TeX Gyre Schola"/>
                <a:cs typeface="TeX Gyre Schola"/>
              </a:defRPr>
            </a:lvl9pPr>
          </a:lstStyle>
          <a:p xmlns:a="http://schemas.openxmlformats.org/drawingml/2006/main">
            <a:pPr algn="l">
              <a:defRPr sz="1350" b="0" i="1">
                <a:solidFill>
                  <a:srgbClr val="21281F"/>
                </a:solidFill>
                <a:latin typeface="TeX Gyre Schola"/>
                <a:ea typeface="TeX Gyre Schola"/>
                <a:cs typeface="TeX Gyre Schola"/>
              </a:defRPr>
            </a:pPr>
            <a:r>
              <a:rPr sz="1350" b="0" i="1">
                <a:solidFill>
                  <a:srgbClr val="21281F"/>
                </a:solidFill>
                <a:latin typeface="TeX Gyre Schola"/>
                <a:ea typeface="TeX Gyre Schola"/>
                <a:cs typeface="TeX Gyre Schola"/>
              </a:rPr>
              <a:t>A kid who smiled when you gave ₹50</a:t>
            </a:r>
          </a:p>
        </p:txBody>
      </p:sp>
      <p:sp>
        <p:nvSpPr>
          <p:cNvPr id="7" name="element-12">
            <a:extLst xmlns:a="http://schemas.openxmlformats.org/drawingml/2006/main">
              <a:ext uri="{FF2B5EF4-FFF2-40B4-BE49-F238E27FC236}">
                <a16:creationId xmlns:a16="http://schemas.microsoft.com/office/drawing/2014/main" id="{CD76321B-1CAE-441C-A092-AE99E3F29EDC}"/>
              </a:ext>
            </a:extLst>
          </p:cNvPr>
          <p:cNvSpPr>
            <a:spLocks xmlns:a="http://schemas.openxmlformats.org/drawingml/2006/main" noGrp="1"/>
          </p:cNvSpPr>
          <p:nvPr/>
        </p:nvSpPr>
        <p:spPr>
          <a:xfrm xmlns:a="http://schemas.openxmlformats.org/drawingml/2006/main">
            <a:off x="5286375" y="1743075"/>
            <a:ext cx="3333750" cy="9525"/>
          </a:xfrm>
          <a:prstGeom xmlns:a="http://schemas.openxmlformats.org/drawingml/2006/main" prst="rect">
            <a:avLst/>
          </a:prstGeom>
          <a:solidFill xmlns:a="http://schemas.openxmlformats.org/drawingml/2006/main">
            <a:srgbClr val="DACFC0"/>
          </a:solidFill>
          <a:ln xmlns:a="http://schemas.openxmlformats.org/drawingml/2006/main" w="0">
            <a:noFill/>
            <a:prstDash val="solid"/>
          </a:ln>
        </p:spPr>
      </p:sp>
      <p:sp>
        <p:nvSpPr>
          <p:cNvPr id="8" name="element-13">
            <a:extLst xmlns:a="http://schemas.openxmlformats.org/drawingml/2006/main">
              <a:ext uri="{FF2B5EF4-FFF2-40B4-BE49-F238E27FC236}">
                <a16:creationId xmlns:a16="http://schemas.microsoft.com/office/drawing/2014/main" id="{B0798427-F44D-489C-B10A-30302CE30683}"/>
              </a:ext>
            </a:extLst>
          </p:cNvPr>
          <p:cNvSpPr>
            <a:spLocks xmlns:a="http://schemas.openxmlformats.org/drawingml/2006/main" noGrp="1"/>
          </p:cNvSpPr>
          <p:nvPr/>
        </p:nvSpPr>
        <p:spPr>
          <a:xfrm xmlns:a="http://schemas.openxmlformats.org/drawingml/2006/main">
            <a:off x="5286375" y="18288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1">
                <a:solidFill>
                  <a:srgbClr val="21281F"/>
                </a:solidFill>
                <a:latin typeface="TeX Gyre Schola"/>
                <a:ea typeface="TeX Gyre Schola"/>
                <a:cs typeface="TeX Gyre Schola"/>
              </a:defRPr>
            </a:defPPr>
            <a:lvl1pPr algn="l">
              <a:defRPr sz="1350" b="0" i="1">
                <a:solidFill>
                  <a:srgbClr val="21281F"/>
                </a:solidFill>
                <a:latin typeface="TeX Gyre Schola"/>
                <a:ea typeface="TeX Gyre Schola"/>
                <a:cs typeface="TeX Gyre Schola"/>
              </a:defRPr>
            </a:lvl1pPr>
            <a:lvl2pPr algn="l">
              <a:defRPr sz="1350" b="0" i="1">
                <a:solidFill>
                  <a:srgbClr val="21281F"/>
                </a:solidFill>
                <a:latin typeface="TeX Gyre Schola"/>
                <a:ea typeface="TeX Gyre Schola"/>
                <a:cs typeface="TeX Gyre Schola"/>
              </a:defRPr>
            </a:lvl2pPr>
            <a:lvl3pPr algn="l">
              <a:defRPr sz="1350" b="0" i="1">
                <a:solidFill>
                  <a:srgbClr val="21281F"/>
                </a:solidFill>
                <a:latin typeface="TeX Gyre Schola"/>
                <a:ea typeface="TeX Gyre Schola"/>
                <a:cs typeface="TeX Gyre Schola"/>
              </a:defRPr>
            </a:lvl3pPr>
            <a:lvl4pPr algn="l">
              <a:defRPr sz="1350" b="0" i="1">
                <a:solidFill>
                  <a:srgbClr val="21281F"/>
                </a:solidFill>
                <a:latin typeface="TeX Gyre Schola"/>
                <a:ea typeface="TeX Gyre Schola"/>
                <a:cs typeface="TeX Gyre Schola"/>
              </a:defRPr>
            </a:lvl4pPr>
            <a:lvl5pPr algn="l">
              <a:defRPr sz="1350" b="0" i="1">
                <a:solidFill>
                  <a:srgbClr val="21281F"/>
                </a:solidFill>
                <a:latin typeface="TeX Gyre Schola"/>
                <a:ea typeface="TeX Gyre Schola"/>
                <a:cs typeface="TeX Gyre Schola"/>
              </a:defRPr>
            </a:lvl5pPr>
            <a:lvl6pPr algn="l">
              <a:defRPr sz="1350" b="0" i="1">
                <a:solidFill>
                  <a:srgbClr val="21281F"/>
                </a:solidFill>
                <a:latin typeface="TeX Gyre Schola"/>
                <a:ea typeface="TeX Gyre Schola"/>
                <a:cs typeface="TeX Gyre Schola"/>
              </a:defRPr>
            </a:lvl6pPr>
            <a:lvl7pPr algn="l">
              <a:defRPr sz="1350" b="0" i="1">
                <a:solidFill>
                  <a:srgbClr val="21281F"/>
                </a:solidFill>
                <a:latin typeface="TeX Gyre Schola"/>
                <a:ea typeface="TeX Gyre Schola"/>
                <a:cs typeface="TeX Gyre Schola"/>
              </a:defRPr>
            </a:lvl7pPr>
            <a:lvl8pPr algn="l">
              <a:defRPr sz="1350" b="0" i="1">
                <a:solidFill>
                  <a:srgbClr val="21281F"/>
                </a:solidFill>
                <a:latin typeface="TeX Gyre Schola"/>
                <a:ea typeface="TeX Gyre Schola"/>
                <a:cs typeface="TeX Gyre Schola"/>
              </a:defRPr>
            </a:lvl8pPr>
            <a:lvl9pPr algn="l">
              <a:defRPr sz="1350" b="0" i="1">
                <a:solidFill>
                  <a:srgbClr val="21281F"/>
                </a:solidFill>
                <a:latin typeface="TeX Gyre Schola"/>
                <a:ea typeface="TeX Gyre Schola"/>
                <a:cs typeface="TeX Gyre Schola"/>
              </a:defRPr>
            </a:lvl9pPr>
          </a:lstStyle>
          <a:p xmlns:a="http://schemas.openxmlformats.org/drawingml/2006/main">
            <a:pPr algn="l">
              <a:defRPr sz="1350" b="0" i="1">
                <a:solidFill>
                  <a:srgbClr val="21281F"/>
                </a:solidFill>
                <a:latin typeface="TeX Gyre Schola"/>
                <a:ea typeface="TeX Gyre Schola"/>
                <a:cs typeface="TeX Gyre Schola"/>
              </a:defRPr>
            </a:pPr>
            <a:r>
              <a:rPr sz="1350" b="0" i="1">
                <a:solidFill>
                  <a:srgbClr val="21281F"/>
                </a:solidFill>
                <a:latin typeface="TeX Gyre Schola"/>
                <a:ea typeface="TeX Gyre Schola"/>
                <a:cs typeface="TeX Gyre Schola"/>
              </a:rPr>
              <a:t>Who was there, and why it mattered</a:t>
            </a:r>
          </a:p>
        </p:txBody>
      </p:sp>
      <p:sp>
        <p:nvSpPr>
          <p:cNvPr id="9" name="element-14">
            <a:extLst xmlns:a="http://schemas.openxmlformats.org/drawingml/2006/main">
              <a:ext uri="{FF2B5EF4-FFF2-40B4-BE49-F238E27FC236}">
                <a16:creationId xmlns:a16="http://schemas.microsoft.com/office/drawing/2014/main" id="{D494BD8A-741E-40F7-9C44-A02D182AA491}"/>
              </a:ext>
            </a:extLst>
          </p:cNvPr>
          <p:cNvSpPr>
            <a:spLocks xmlns:a="http://schemas.openxmlformats.org/drawingml/2006/main" noGrp="1"/>
          </p:cNvSpPr>
          <p:nvPr/>
        </p:nvSpPr>
        <p:spPr>
          <a:xfrm xmlns:a="http://schemas.openxmlformats.org/drawingml/2006/main">
            <a:off x="5286375" y="2190750"/>
            <a:ext cx="3333750" cy="9525"/>
          </a:xfrm>
          <a:prstGeom xmlns:a="http://schemas.openxmlformats.org/drawingml/2006/main" prst="rect">
            <a:avLst/>
          </a:prstGeom>
          <a:solidFill xmlns:a="http://schemas.openxmlformats.org/drawingml/2006/main">
            <a:srgbClr val="DACFC0"/>
          </a:solidFill>
          <a:ln xmlns:a="http://schemas.openxmlformats.org/drawingml/2006/main" w="0">
            <a:noFill/>
            <a:prstDash val="solid"/>
          </a:ln>
        </p:spPr>
      </p:sp>
      <p:sp>
        <p:nvSpPr>
          <p:cNvPr id="10" name="element-15">
            <a:extLst xmlns:a="http://schemas.openxmlformats.org/drawingml/2006/main">
              <a:ext uri="{FF2B5EF4-FFF2-40B4-BE49-F238E27FC236}">
                <a16:creationId xmlns:a16="http://schemas.microsoft.com/office/drawing/2014/main" id="{29DC86BA-4E27-4932-8C23-352437FA3422}"/>
              </a:ext>
            </a:extLst>
          </p:cNvPr>
          <p:cNvSpPr>
            <a:spLocks xmlns:a="http://schemas.openxmlformats.org/drawingml/2006/main" noGrp="1"/>
          </p:cNvSpPr>
          <p:nvPr/>
        </p:nvSpPr>
        <p:spPr>
          <a:xfrm xmlns:a="http://schemas.openxmlformats.org/drawingml/2006/main">
            <a:off x="514350" y="2200275"/>
            <a:ext cx="43338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i="0">
                <a:solidFill>
                  <a:srgbClr val="BD422C"/>
                </a:solidFill>
                <a:latin typeface="TeX Gyre Schola"/>
                <a:ea typeface="TeX Gyre Schola"/>
                <a:cs typeface="TeX Gyre Schola"/>
              </a:defRPr>
            </a:defPPr>
            <a:lvl1pPr algn="l">
              <a:defRPr sz="2775" b="1" i="0">
                <a:solidFill>
                  <a:srgbClr val="BD422C"/>
                </a:solidFill>
                <a:latin typeface="TeX Gyre Schola"/>
                <a:ea typeface="TeX Gyre Schola"/>
                <a:cs typeface="TeX Gyre Schola"/>
              </a:defRPr>
            </a:lvl1pPr>
            <a:lvl2pPr algn="l">
              <a:defRPr sz="2775" b="1" i="0">
                <a:solidFill>
                  <a:srgbClr val="BD422C"/>
                </a:solidFill>
                <a:latin typeface="TeX Gyre Schola"/>
                <a:ea typeface="TeX Gyre Schola"/>
                <a:cs typeface="TeX Gyre Schola"/>
              </a:defRPr>
            </a:lvl2pPr>
            <a:lvl3pPr algn="l">
              <a:defRPr sz="2775" b="1" i="0">
                <a:solidFill>
                  <a:srgbClr val="BD422C"/>
                </a:solidFill>
                <a:latin typeface="TeX Gyre Schola"/>
                <a:ea typeface="TeX Gyre Schola"/>
                <a:cs typeface="TeX Gyre Schola"/>
              </a:defRPr>
            </a:lvl3pPr>
            <a:lvl4pPr algn="l">
              <a:defRPr sz="2775" b="1" i="0">
                <a:solidFill>
                  <a:srgbClr val="BD422C"/>
                </a:solidFill>
                <a:latin typeface="TeX Gyre Schola"/>
                <a:ea typeface="TeX Gyre Schola"/>
                <a:cs typeface="TeX Gyre Schola"/>
              </a:defRPr>
            </a:lvl4pPr>
            <a:lvl5pPr algn="l">
              <a:defRPr sz="2775" b="1" i="0">
                <a:solidFill>
                  <a:srgbClr val="BD422C"/>
                </a:solidFill>
                <a:latin typeface="TeX Gyre Schola"/>
                <a:ea typeface="TeX Gyre Schola"/>
                <a:cs typeface="TeX Gyre Schola"/>
              </a:defRPr>
            </a:lvl5pPr>
            <a:lvl6pPr algn="l">
              <a:defRPr sz="2775" b="1" i="0">
                <a:solidFill>
                  <a:srgbClr val="BD422C"/>
                </a:solidFill>
                <a:latin typeface="TeX Gyre Schola"/>
                <a:ea typeface="TeX Gyre Schola"/>
                <a:cs typeface="TeX Gyre Schola"/>
              </a:defRPr>
            </a:lvl6pPr>
            <a:lvl7pPr algn="l">
              <a:defRPr sz="2775" b="1" i="0">
                <a:solidFill>
                  <a:srgbClr val="BD422C"/>
                </a:solidFill>
                <a:latin typeface="TeX Gyre Schola"/>
                <a:ea typeface="TeX Gyre Schola"/>
                <a:cs typeface="TeX Gyre Schola"/>
              </a:defRPr>
            </a:lvl7pPr>
            <a:lvl8pPr algn="l">
              <a:defRPr sz="2775" b="1" i="0">
                <a:solidFill>
                  <a:srgbClr val="BD422C"/>
                </a:solidFill>
                <a:latin typeface="TeX Gyre Schola"/>
                <a:ea typeface="TeX Gyre Schola"/>
                <a:cs typeface="TeX Gyre Schola"/>
              </a:defRPr>
            </a:lvl8pPr>
            <a:lvl9pPr algn="l">
              <a:defRPr sz="2775" b="1" i="0">
                <a:solidFill>
                  <a:srgbClr val="BD422C"/>
                </a:solidFill>
                <a:latin typeface="TeX Gyre Schola"/>
                <a:ea typeface="TeX Gyre Schola"/>
                <a:cs typeface="TeX Gyre Schola"/>
              </a:defRPr>
            </a:lvl9pPr>
          </a:lstStyle>
          <a:p xmlns:a="http://schemas.openxmlformats.org/drawingml/2006/main">
            <a:pPr algn="l">
              <a:defRPr sz="2775" b="1" i="0">
                <a:solidFill>
                  <a:srgbClr val="BD422C"/>
                </a:solidFill>
                <a:latin typeface="TeX Gyre Schola"/>
                <a:ea typeface="TeX Gyre Schola"/>
                <a:cs typeface="TeX Gyre Schola"/>
              </a:defRPr>
            </a:pPr>
            <a:r>
              <a:rPr sz="2775" b="1" i="0">
                <a:solidFill>
                  <a:srgbClr val="BD422C"/>
                </a:solidFill>
                <a:latin typeface="TeX Gyre Schola"/>
                <a:ea typeface="TeX Gyre Schola"/>
                <a:cs typeface="TeX Gyre Schola"/>
              </a:rPr>
              <a:t>One photo.</a:t>
            </a:r>
          </a:p>
          <a:p xmlns:a="http://schemas.openxmlformats.org/drawingml/2006/main">
            <a:pPr algn="l">
              <a:defRPr sz="2775" b="1" i="0">
                <a:solidFill>
                  <a:srgbClr val="BD422C"/>
                </a:solidFill>
                <a:latin typeface="TeX Gyre Schola"/>
                <a:ea typeface="TeX Gyre Schola"/>
                <a:cs typeface="TeX Gyre Schola"/>
              </a:defRPr>
            </a:pPr>
            <a:r>
              <a:rPr sz="2775" b="1" i="0">
                <a:solidFill>
                  <a:srgbClr val="BD422C"/>
                </a:solidFill>
                <a:latin typeface="TeX Gyre Schola"/>
                <a:ea typeface="TeX Gyre Schola"/>
                <a:cs typeface="TeX Gyre Schola"/>
              </a:rPr>
              <a:t>A few words.</a:t>
            </a:r>
          </a:p>
        </p:txBody>
      </p:sp>
      <p:sp>
        <p:nvSpPr>
          <p:cNvPr id="11" name="element-16">
            <a:extLst xmlns:a="http://schemas.openxmlformats.org/drawingml/2006/main">
              <a:ext uri="{FF2B5EF4-FFF2-40B4-BE49-F238E27FC236}">
                <a16:creationId xmlns:a16="http://schemas.microsoft.com/office/drawing/2014/main" id="{39CD0851-F1A1-43E4-A1D6-4074EAF95D25}"/>
              </a:ext>
            </a:extLst>
          </p:cNvPr>
          <p:cNvSpPr>
            <a:spLocks xmlns:a="http://schemas.openxmlformats.org/drawingml/2006/main" noGrp="1"/>
          </p:cNvSpPr>
          <p:nvPr/>
        </p:nvSpPr>
        <p:spPr>
          <a:xfrm xmlns:a="http://schemas.openxmlformats.org/drawingml/2006/main">
            <a:off x="514350" y="3409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WHO IT IS FOR</a:t>
            </a:r>
          </a:p>
        </p:txBody>
      </p:sp>
      <p:sp>
        <p:nvSpPr>
          <p:cNvPr id="12" name="element-17">
            <a:extLst xmlns:a="http://schemas.openxmlformats.org/drawingml/2006/main">
              <a:ext uri="{FF2B5EF4-FFF2-40B4-BE49-F238E27FC236}">
                <a16:creationId xmlns:a16="http://schemas.microsoft.com/office/drawing/2014/main" id="{110FA057-94F9-46B0-B7FC-AAC4F1897178}"/>
              </a:ext>
            </a:extLst>
          </p:cNvPr>
          <p:cNvSpPr>
            <a:spLocks xmlns:a="http://schemas.openxmlformats.org/drawingml/2006/main" noGrp="1"/>
          </p:cNvSpPr>
          <p:nvPr/>
        </p:nvSpPr>
        <p:spPr>
          <a:xfrm xmlns:a="http://schemas.openxmlformats.org/drawingml/2006/main">
            <a:off x="514350" y="3638550"/>
            <a:ext cx="40481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Adventor"/>
                <a:ea typeface="TeX Gyre Adventor"/>
                <a:cs typeface="TeX Gyre Adventor"/>
              </a:defRPr>
            </a:defPPr>
            <a:lvl1pPr algn="l">
              <a:defRPr sz="1350" b="0" i="0">
                <a:solidFill>
                  <a:srgbClr val="21281F"/>
                </a:solidFill>
                <a:latin typeface="TeX Gyre Adventor"/>
                <a:ea typeface="TeX Gyre Adventor"/>
                <a:cs typeface="TeX Gyre Adventor"/>
              </a:defRPr>
            </a:lvl1pPr>
            <a:lvl2pPr algn="l">
              <a:defRPr sz="1350" b="0" i="0">
                <a:solidFill>
                  <a:srgbClr val="21281F"/>
                </a:solidFill>
                <a:latin typeface="TeX Gyre Adventor"/>
                <a:ea typeface="TeX Gyre Adventor"/>
                <a:cs typeface="TeX Gyre Adventor"/>
              </a:defRPr>
            </a:lvl2pPr>
            <a:lvl3pPr algn="l">
              <a:defRPr sz="1350" b="0" i="0">
                <a:solidFill>
                  <a:srgbClr val="21281F"/>
                </a:solidFill>
                <a:latin typeface="TeX Gyre Adventor"/>
                <a:ea typeface="TeX Gyre Adventor"/>
                <a:cs typeface="TeX Gyre Adventor"/>
              </a:defRPr>
            </a:lvl3pPr>
            <a:lvl4pPr algn="l">
              <a:defRPr sz="1350" b="0" i="0">
                <a:solidFill>
                  <a:srgbClr val="21281F"/>
                </a:solidFill>
                <a:latin typeface="TeX Gyre Adventor"/>
                <a:ea typeface="TeX Gyre Adventor"/>
                <a:cs typeface="TeX Gyre Adventor"/>
              </a:defRPr>
            </a:lvl4pPr>
            <a:lvl5pPr algn="l">
              <a:defRPr sz="1350" b="0" i="0">
                <a:solidFill>
                  <a:srgbClr val="21281F"/>
                </a:solidFill>
                <a:latin typeface="TeX Gyre Adventor"/>
                <a:ea typeface="TeX Gyre Adventor"/>
                <a:cs typeface="TeX Gyre Adventor"/>
              </a:defRPr>
            </a:lvl5pPr>
            <a:lvl6pPr algn="l">
              <a:defRPr sz="1350" b="0" i="0">
                <a:solidFill>
                  <a:srgbClr val="21281F"/>
                </a:solidFill>
                <a:latin typeface="TeX Gyre Adventor"/>
                <a:ea typeface="TeX Gyre Adventor"/>
                <a:cs typeface="TeX Gyre Adventor"/>
              </a:defRPr>
            </a:lvl6pPr>
            <a:lvl7pPr algn="l">
              <a:defRPr sz="1350" b="0" i="0">
                <a:solidFill>
                  <a:srgbClr val="21281F"/>
                </a:solidFill>
                <a:latin typeface="TeX Gyre Adventor"/>
                <a:ea typeface="TeX Gyre Adventor"/>
                <a:cs typeface="TeX Gyre Adventor"/>
              </a:defRPr>
            </a:lvl7pPr>
            <a:lvl8pPr algn="l">
              <a:defRPr sz="1350" b="0" i="0">
                <a:solidFill>
                  <a:srgbClr val="21281F"/>
                </a:solidFill>
                <a:latin typeface="TeX Gyre Adventor"/>
                <a:ea typeface="TeX Gyre Adventor"/>
                <a:cs typeface="TeX Gyre Adventor"/>
              </a:defRPr>
            </a:lvl8pPr>
            <a:lvl9pPr algn="l">
              <a:defRPr sz="1350" b="0" i="0">
                <a:solidFill>
                  <a:srgbClr val="21281F"/>
                </a:solidFill>
                <a:latin typeface="TeX Gyre Adventor"/>
                <a:ea typeface="TeX Gyre Adventor"/>
                <a:cs typeface="TeX Gyre Adventor"/>
              </a:defRPr>
            </a:lvl9pPr>
          </a:lstStyle>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Adults aged 18–30 who photograph their days and want to keep the story privately.</a:t>
            </a:r>
          </a:p>
        </p:txBody>
      </p:sp>
      <p:sp>
        <p:nvSpPr>
          <p:cNvPr id="13" name="element-18">
            <a:extLst xmlns:a="http://schemas.openxmlformats.org/drawingml/2006/main">
              <a:ext uri="{FF2B5EF4-FFF2-40B4-BE49-F238E27FC236}">
                <a16:creationId xmlns:a16="http://schemas.microsoft.com/office/drawing/2014/main" id="{359490FE-136A-4A2C-82D7-76704FCD1B82}"/>
              </a:ext>
            </a:extLst>
          </p:cNvPr>
          <p:cNvSpPr>
            <a:spLocks xmlns:a="http://schemas.openxmlformats.org/drawingml/2006/main" noGrp="1"/>
          </p:cNvSpPr>
          <p:nvPr/>
        </p:nvSpPr>
        <p:spPr>
          <a:xfrm xmlns:a="http://schemas.openxmlformats.org/drawingml/2006/main">
            <a:off x="5286375" y="2762250"/>
            <a:ext cx="3333750" cy="1685925"/>
          </a:xfrm>
          <a:prstGeom xmlns:a="http://schemas.openxmlformats.org/drawingml/2006/main" prst="rect">
            <a:avLst/>
          </a:prstGeom>
          <a:solidFill xmlns:a="http://schemas.openxmlformats.org/drawingml/2006/main">
            <a:srgbClr val="FFFCF7"/>
          </a:solidFill>
          <a:ln xmlns:a="http://schemas.openxmlformats.org/drawingml/2006/main" w="9525">
            <a:solidFill>
              <a:srgbClr val="21281F"/>
            </a:solidFill>
            <a:prstDash val="solid"/>
          </a:ln>
        </p:spPr>
      </p:sp>
      <p:sp>
        <p:nvSpPr>
          <p:cNvPr id="14" name="element-19">
            <a:extLst xmlns:a="http://schemas.openxmlformats.org/drawingml/2006/main">
              <a:ext uri="{FF2B5EF4-FFF2-40B4-BE49-F238E27FC236}">
                <a16:creationId xmlns:a16="http://schemas.microsoft.com/office/drawing/2014/main" id="{896AED90-AAA2-4D14-8DA2-61D7F6B2BB3F}"/>
              </a:ext>
            </a:extLst>
          </p:cNvPr>
          <p:cNvSpPr>
            <a:spLocks xmlns:a="http://schemas.openxmlformats.org/drawingml/2006/main" noGrp="1"/>
          </p:cNvSpPr>
          <p:nvPr/>
        </p:nvSpPr>
        <p:spPr>
          <a:xfrm xmlns:a="http://schemas.openxmlformats.org/drawingml/2006/main">
            <a:off x="5438775" y="29337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WHY WE ARE BUILDING THIS</a:t>
            </a:r>
          </a:p>
        </p:txBody>
      </p:sp>
      <p:sp>
        <p:nvSpPr>
          <p:cNvPr id="15" name="element-20">
            <a:extLst xmlns:a="http://schemas.openxmlformats.org/drawingml/2006/main">
              <a:ext uri="{FF2B5EF4-FFF2-40B4-BE49-F238E27FC236}">
                <a16:creationId xmlns:a16="http://schemas.microsoft.com/office/drawing/2014/main" id="{646C2E34-CDC2-4505-8C58-E824593927FE}"/>
              </a:ext>
            </a:extLst>
          </p:cNvPr>
          <p:cNvSpPr>
            <a:spLocks xmlns:a="http://schemas.openxmlformats.org/drawingml/2006/main" noGrp="1"/>
          </p:cNvSpPr>
          <p:nvPr/>
        </p:nvSpPr>
        <p:spPr>
          <a:xfrm xmlns:a="http://schemas.openxmlformats.org/drawingml/2006/main">
            <a:off x="5438775" y="3238500"/>
            <a:ext cx="30289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Schola"/>
                <a:ea typeface="TeX Gyre Schola"/>
                <a:cs typeface="TeX Gyre Schola"/>
              </a:defRPr>
            </a:defPPr>
            <a:lvl1pPr algn="l">
              <a:defRPr sz="1350" b="0" i="0">
                <a:solidFill>
                  <a:srgbClr val="21281F"/>
                </a:solidFill>
                <a:latin typeface="TeX Gyre Schola"/>
                <a:ea typeface="TeX Gyre Schola"/>
                <a:cs typeface="TeX Gyre Schola"/>
              </a:defRPr>
            </a:lvl1pPr>
            <a:lvl2pPr algn="l">
              <a:defRPr sz="1350" b="0" i="0">
                <a:solidFill>
                  <a:srgbClr val="21281F"/>
                </a:solidFill>
                <a:latin typeface="TeX Gyre Schola"/>
                <a:ea typeface="TeX Gyre Schola"/>
                <a:cs typeface="TeX Gyre Schola"/>
              </a:defRPr>
            </a:lvl2pPr>
            <a:lvl3pPr algn="l">
              <a:defRPr sz="1350" b="0" i="0">
                <a:solidFill>
                  <a:srgbClr val="21281F"/>
                </a:solidFill>
                <a:latin typeface="TeX Gyre Schola"/>
                <a:ea typeface="TeX Gyre Schola"/>
                <a:cs typeface="TeX Gyre Schola"/>
              </a:defRPr>
            </a:lvl3pPr>
            <a:lvl4pPr algn="l">
              <a:defRPr sz="1350" b="0" i="0">
                <a:solidFill>
                  <a:srgbClr val="21281F"/>
                </a:solidFill>
                <a:latin typeface="TeX Gyre Schola"/>
                <a:ea typeface="TeX Gyre Schola"/>
                <a:cs typeface="TeX Gyre Schola"/>
              </a:defRPr>
            </a:lvl4pPr>
            <a:lvl5pPr algn="l">
              <a:defRPr sz="1350" b="0" i="0">
                <a:solidFill>
                  <a:srgbClr val="21281F"/>
                </a:solidFill>
                <a:latin typeface="TeX Gyre Schola"/>
                <a:ea typeface="TeX Gyre Schola"/>
                <a:cs typeface="TeX Gyre Schola"/>
              </a:defRPr>
            </a:lvl5pPr>
            <a:lvl6pPr algn="l">
              <a:defRPr sz="1350" b="0" i="0">
                <a:solidFill>
                  <a:srgbClr val="21281F"/>
                </a:solidFill>
                <a:latin typeface="TeX Gyre Schola"/>
                <a:ea typeface="TeX Gyre Schola"/>
                <a:cs typeface="TeX Gyre Schola"/>
              </a:defRPr>
            </a:lvl6pPr>
            <a:lvl7pPr algn="l">
              <a:defRPr sz="1350" b="0" i="0">
                <a:solidFill>
                  <a:srgbClr val="21281F"/>
                </a:solidFill>
                <a:latin typeface="TeX Gyre Schola"/>
                <a:ea typeface="TeX Gyre Schola"/>
                <a:cs typeface="TeX Gyre Schola"/>
              </a:defRPr>
            </a:lvl7pPr>
            <a:lvl8pPr algn="l">
              <a:defRPr sz="1350" b="0" i="0">
                <a:solidFill>
                  <a:srgbClr val="21281F"/>
                </a:solidFill>
                <a:latin typeface="TeX Gyre Schola"/>
                <a:ea typeface="TeX Gyre Schola"/>
                <a:cs typeface="TeX Gyre Schola"/>
              </a:defRPr>
            </a:lvl8pPr>
            <a:lvl9pPr algn="l">
              <a:defRPr sz="1350" b="0" i="0">
                <a:solidFill>
                  <a:srgbClr val="21281F"/>
                </a:solidFill>
                <a:latin typeface="TeX Gyre Schola"/>
                <a:ea typeface="TeX Gyre Schola"/>
                <a:cs typeface="TeX Gyre Schola"/>
              </a:defRPr>
            </a:lvl9pPr>
          </a:lstStyle>
          <a:p xmlns:a="http://schemas.openxmlformats.org/drawingml/2006/main">
            <a:pPr algn="l">
              <a:defRPr sz="1350" b="0" i="0">
                <a:solidFill>
                  <a:srgbClr val="21281F"/>
                </a:solidFill>
                <a:latin typeface="TeX Gyre Schola"/>
                <a:ea typeface="TeX Gyre Schola"/>
                <a:cs typeface="TeX Gyre Schola"/>
              </a:defRPr>
            </a:pPr>
            <a:r>
              <a:rPr sz="1350" b="0" i="0">
                <a:solidFill>
                  <a:srgbClr val="21281F"/>
                </a:solidFill>
                <a:latin typeface="TeX Gyre Schola"/>
                <a:ea typeface="TeX Gyre Schola"/>
                <a:cs typeface="TeX Gyre Schola"/>
              </a:rPr>
              <a:t>Photos help us remember where we were. Our own words preserve why a day mattered. Schema brings them together in pages we can return to.</a:t>
            </a:r>
          </a:p>
        </p:txBody>
      </p:sp>
      <p:sp>
        <p:nvSpPr>
          <p:cNvPr id="16" name="element-21">
            <a:extLst xmlns:a="http://schemas.openxmlformats.org/drawingml/2006/main">
              <a:ext uri="{FF2B5EF4-FFF2-40B4-BE49-F238E27FC236}">
                <a16:creationId xmlns:a16="http://schemas.microsoft.com/office/drawing/2014/main" id="{457E6EEF-0A5F-4459-8B34-177E2AF486DE}"/>
              </a:ext>
            </a:extLst>
          </p:cNvPr>
          <p:cNvSpPr>
            <a:spLocks xmlns:a="http://schemas.openxmlformats.org/drawingml/2006/main" noGrp="1"/>
          </p:cNvSpPr>
          <p:nvPr/>
        </p:nvSpPr>
        <p:spPr>
          <a:xfrm xmlns:a="http://schemas.openxmlformats.org/drawingml/2006/main">
            <a:off x="514350" y="4476750"/>
            <a:ext cx="7477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i="0">
                <a:solidFill>
                  <a:srgbClr val="67685E"/>
                </a:solidFill>
                <a:latin typeface="TeX Gyre Adventor"/>
                <a:ea typeface="TeX Gyre Adventor"/>
                <a:cs typeface="TeX Gyre Adventor"/>
              </a:defRPr>
            </a:defPPr>
            <a:lvl1pPr algn="l">
              <a:defRPr sz="1050" b="0" i="0">
                <a:solidFill>
                  <a:srgbClr val="67685E"/>
                </a:solidFill>
                <a:latin typeface="TeX Gyre Adventor"/>
                <a:ea typeface="TeX Gyre Adventor"/>
                <a:cs typeface="TeX Gyre Adventor"/>
              </a:defRPr>
            </a:lvl1pPr>
            <a:lvl2pPr algn="l">
              <a:defRPr sz="1050" b="0" i="0">
                <a:solidFill>
                  <a:srgbClr val="67685E"/>
                </a:solidFill>
                <a:latin typeface="TeX Gyre Adventor"/>
                <a:ea typeface="TeX Gyre Adventor"/>
                <a:cs typeface="TeX Gyre Adventor"/>
              </a:defRPr>
            </a:lvl2pPr>
            <a:lvl3pPr algn="l">
              <a:defRPr sz="1050" b="0" i="0">
                <a:solidFill>
                  <a:srgbClr val="67685E"/>
                </a:solidFill>
                <a:latin typeface="TeX Gyre Adventor"/>
                <a:ea typeface="TeX Gyre Adventor"/>
                <a:cs typeface="TeX Gyre Adventor"/>
              </a:defRPr>
            </a:lvl3pPr>
            <a:lvl4pPr algn="l">
              <a:defRPr sz="1050" b="0" i="0">
                <a:solidFill>
                  <a:srgbClr val="67685E"/>
                </a:solidFill>
                <a:latin typeface="TeX Gyre Adventor"/>
                <a:ea typeface="TeX Gyre Adventor"/>
                <a:cs typeface="TeX Gyre Adventor"/>
              </a:defRPr>
            </a:lvl4pPr>
            <a:lvl5pPr algn="l">
              <a:defRPr sz="1050" b="0" i="0">
                <a:solidFill>
                  <a:srgbClr val="67685E"/>
                </a:solidFill>
                <a:latin typeface="TeX Gyre Adventor"/>
                <a:ea typeface="TeX Gyre Adventor"/>
                <a:cs typeface="TeX Gyre Adventor"/>
              </a:defRPr>
            </a:lvl5pPr>
            <a:lvl6pPr algn="l">
              <a:defRPr sz="1050" b="0" i="0">
                <a:solidFill>
                  <a:srgbClr val="67685E"/>
                </a:solidFill>
                <a:latin typeface="TeX Gyre Adventor"/>
                <a:ea typeface="TeX Gyre Adventor"/>
                <a:cs typeface="TeX Gyre Adventor"/>
              </a:defRPr>
            </a:lvl6pPr>
            <a:lvl7pPr algn="l">
              <a:defRPr sz="1050" b="0" i="0">
                <a:solidFill>
                  <a:srgbClr val="67685E"/>
                </a:solidFill>
                <a:latin typeface="TeX Gyre Adventor"/>
                <a:ea typeface="TeX Gyre Adventor"/>
                <a:cs typeface="TeX Gyre Adventor"/>
              </a:defRPr>
            </a:lvl7pPr>
            <a:lvl8pPr algn="l">
              <a:defRPr sz="1050" b="0" i="0">
                <a:solidFill>
                  <a:srgbClr val="67685E"/>
                </a:solidFill>
                <a:latin typeface="TeX Gyre Adventor"/>
                <a:ea typeface="TeX Gyre Adventor"/>
                <a:cs typeface="TeX Gyre Adventor"/>
              </a:defRPr>
            </a:lvl8pPr>
            <a:lvl9pPr algn="l">
              <a:defRPr sz="1050" b="0" i="0">
                <a:solidFill>
                  <a:srgbClr val="67685E"/>
                </a:solidFill>
                <a:latin typeface="TeX Gyre Adventor"/>
                <a:ea typeface="TeX Gyre Adventor"/>
                <a:cs typeface="TeX Gyre Adventor"/>
              </a:defRPr>
            </a:lvl9pPr>
          </a:lstStyle>
          <a:p xmlns:a="http://schemas.openxmlformats.org/drawingml/2006/main">
            <a:pPr algn="l">
              <a:defRPr sz="1050" b="0" i="0">
                <a:solidFill>
                  <a:srgbClr val="67685E"/>
                </a:solidFill>
                <a:latin typeface="TeX Gyre Adventor"/>
                <a:ea typeface="TeX Gyre Adventor"/>
                <a:cs typeface="TeX Gyre Adventor"/>
              </a:defRPr>
            </a:pPr>
            <a:r>
              <a:rPr sz="1050" b="0" i="0">
                <a:solidFill>
                  <a:srgbClr val="67685E"/>
                </a:solidFill>
                <a:latin typeface="TeX Gyre Adventor"/>
                <a:ea typeface="TeX Gyre Adventor"/>
                <a:cs typeface="TeX Gyre Adventor"/>
              </a:rPr>
              <a:t>Expected benefit: easier capture and meaningful revisits. A 20-person adult pilot will test both.</a:t>
            </a:r>
          </a:p>
        </p:txBody>
      </p:sp>
      <p:sp>
        <p:nvSpPr>
          <p:cNvPr id="17" name="element-22">
            <a:extLst xmlns:a="http://schemas.openxmlformats.org/drawingml/2006/main">
              <a:ext uri="{FF2B5EF4-FFF2-40B4-BE49-F238E27FC236}">
                <a16:creationId xmlns:a16="http://schemas.microsoft.com/office/drawing/2014/main" id="{7F6A28FC-8E5E-44E5-A040-E09234CB3442}"/>
              </a:ext>
            </a:extLst>
          </p:cNvPr>
          <p:cNvSpPr>
            <a:spLocks xmlns:a="http://schemas.openxmlformats.org/drawingml/2006/main" noGrp="1"/>
          </p:cNvSpPr>
          <p:nvPr/>
        </p:nvSpPr>
        <p:spPr>
          <a:xfrm xmlns:a="http://schemas.openxmlformats.org/drawingml/2006/main">
            <a:off x="8286750" y="4857750"/>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25" b="0" i="0">
                <a:solidFill>
                  <a:srgbClr val="67685E"/>
                </a:solidFill>
                <a:latin typeface="TeX Gyre Adventor"/>
                <a:ea typeface="TeX Gyre Adventor"/>
                <a:cs typeface="TeX Gyre Adventor"/>
              </a:defRPr>
            </a:defPPr>
            <a:lvl1pPr algn="r">
              <a:defRPr sz="825" b="0" i="0">
                <a:solidFill>
                  <a:srgbClr val="67685E"/>
                </a:solidFill>
                <a:latin typeface="TeX Gyre Adventor"/>
                <a:ea typeface="TeX Gyre Adventor"/>
                <a:cs typeface="TeX Gyre Adventor"/>
              </a:defRPr>
            </a:lvl1pPr>
            <a:lvl2pPr algn="r">
              <a:defRPr sz="825" b="0" i="0">
                <a:solidFill>
                  <a:srgbClr val="67685E"/>
                </a:solidFill>
                <a:latin typeface="TeX Gyre Adventor"/>
                <a:ea typeface="TeX Gyre Adventor"/>
                <a:cs typeface="TeX Gyre Adventor"/>
              </a:defRPr>
            </a:lvl2pPr>
            <a:lvl3pPr algn="r">
              <a:defRPr sz="825" b="0" i="0">
                <a:solidFill>
                  <a:srgbClr val="67685E"/>
                </a:solidFill>
                <a:latin typeface="TeX Gyre Adventor"/>
                <a:ea typeface="TeX Gyre Adventor"/>
                <a:cs typeface="TeX Gyre Adventor"/>
              </a:defRPr>
            </a:lvl3pPr>
            <a:lvl4pPr algn="r">
              <a:defRPr sz="825" b="0" i="0">
                <a:solidFill>
                  <a:srgbClr val="67685E"/>
                </a:solidFill>
                <a:latin typeface="TeX Gyre Adventor"/>
                <a:ea typeface="TeX Gyre Adventor"/>
                <a:cs typeface="TeX Gyre Adventor"/>
              </a:defRPr>
            </a:lvl4pPr>
            <a:lvl5pPr algn="r">
              <a:defRPr sz="825" b="0" i="0">
                <a:solidFill>
                  <a:srgbClr val="67685E"/>
                </a:solidFill>
                <a:latin typeface="TeX Gyre Adventor"/>
                <a:ea typeface="TeX Gyre Adventor"/>
                <a:cs typeface="TeX Gyre Adventor"/>
              </a:defRPr>
            </a:lvl5pPr>
            <a:lvl6pPr algn="r">
              <a:defRPr sz="825" b="0" i="0">
                <a:solidFill>
                  <a:srgbClr val="67685E"/>
                </a:solidFill>
                <a:latin typeface="TeX Gyre Adventor"/>
                <a:ea typeface="TeX Gyre Adventor"/>
                <a:cs typeface="TeX Gyre Adventor"/>
              </a:defRPr>
            </a:lvl6pPr>
            <a:lvl7pPr algn="r">
              <a:defRPr sz="825" b="0" i="0">
                <a:solidFill>
                  <a:srgbClr val="67685E"/>
                </a:solidFill>
                <a:latin typeface="TeX Gyre Adventor"/>
                <a:ea typeface="TeX Gyre Adventor"/>
                <a:cs typeface="TeX Gyre Adventor"/>
              </a:defRPr>
            </a:lvl7pPr>
            <a:lvl8pPr algn="r">
              <a:defRPr sz="825" b="0" i="0">
                <a:solidFill>
                  <a:srgbClr val="67685E"/>
                </a:solidFill>
                <a:latin typeface="TeX Gyre Adventor"/>
                <a:ea typeface="TeX Gyre Adventor"/>
                <a:cs typeface="TeX Gyre Adventor"/>
              </a:defRPr>
            </a:lvl8pPr>
            <a:lvl9pPr algn="r">
              <a:defRPr sz="825" b="0" i="0">
                <a:solidFill>
                  <a:srgbClr val="67685E"/>
                </a:solidFill>
                <a:latin typeface="TeX Gyre Adventor"/>
                <a:ea typeface="TeX Gyre Adventor"/>
                <a:cs typeface="TeX Gyre Adventor"/>
              </a:defRPr>
            </a:lvl9pPr>
          </a:lstStyle>
          <a:p xmlns:a="http://schemas.openxmlformats.org/drawingml/2006/main">
            <a:pPr algn="r">
              <a:defRPr sz="825" b="0" i="0">
                <a:solidFill>
                  <a:srgbClr val="67685E"/>
                </a:solidFill>
                <a:latin typeface="TeX Gyre Adventor"/>
                <a:ea typeface="TeX Gyre Adventor"/>
                <a:cs typeface="TeX Gyre Adventor"/>
              </a:defRPr>
            </a:pPr>
            <a:r>
              <a:rPr sz="825" b="0" i="0">
                <a:solidFill>
                  <a:srgbClr val="67685E"/>
                </a:solidFill>
                <a:latin typeface="TeX Gyre Adventor"/>
                <a:ea typeface="TeX Gyre Adventor"/>
                <a:cs typeface="TeX Gyre Adventor"/>
              </a:rPr>
              <a:t>2 / 8</a:t>
            </a:r>
          </a:p>
        </p:txBody>
      </p:sp>
    </p:spTree>
    <p:extLst>
      <p:ext uri="{BB962C8B-B14F-4D97-AF65-F5344CB8AC3E}">
        <p14:creationId xmlns:p14="http://schemas.microsoft.com/office/powerpoint/2010/main" val="720308541"/>
      </p:ext>
    </p:extLst>
  </p:cSld>
</p:sld>
</file>

<file path=ppt/slides/slide3.xml><?xml version="1.0" encoding="utf-8"?>
<p:sld xmlns:p="http://schemas.openxmlformats.org/presentationml/2006/main">
  <p:cSld>
    <p:bg>
      <p:bgPr>
        <a:solidFill xmlns:a="http://schemas.openxmlformats.org/drawingml/2006/main">
          <a:srgbClr val="F6EFE6"/>
        </a:solidFill>
      </p:bgPr>
    </p:bg>
    <p:spTree>
      <p:nvGrpSpPr>
        <p:cNvPr id="1" name=""/>
        <p:cNvGrpSpPr/>
        <p:nvPr/>
      </p:nvGrpSpPr>
      <p:grpSpPr>
        <a:xfrm xmlns:a="http://schemas.openxmlformats.org/drawingml/2006/main"/>
      </p:grpSpPr>
      <p:sp>
        <p:nvSpPr>
          <p:cNvPr id="15" name="element-23">
            <a:extLst xmlns:a="http://schemas.openxmlformats.org/drawingml/2006/main">
              <a:ext uri="{FF2B5EF4-FFF2-40B4-BE49-F238E27FC236}">
                <a16:creationId xmlns:a16="http://schemas.microsoft.com/office/drawing/2014/main" id="{FE86EA6F-9F7E-4D36-B9DD-CD04578C5607}"/>
              </a:ext>
            </a:extLst>
          </p:cNvPr>
          <p:cNvSpPr>
            <a:spLocks xmlns:a="http://schemas.openxmlformats.org/drawingml/2006/main" noGrp="1"/>
          </p:cNvSpPr>
          <p:nvPr/>
        </p:nvSpPr>
        <p:spPr>
          <a:xfrm xmlns:a="http://schemas.openxmlformats.org/drawingml/2006/main">
            <a:off x="514350" y="22860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21281F"/>
                </a:solidFill>
                <a:latin typeface="TeX Gyre Schola"/>
                <a:ea typeface="TeX Gyre Schola"/>
                <a:cs typeface="TeX Gyre Schola"/>
              </a:defRPr>
            </a:defPPr>
            <a:lvl1pPr algn="l">
              <a:defRPr sz="2550" b="1" i="0">
                <a:solidFill>
                  <a:srgbClr val="21281F"/>
                </a:solidFill>
                <a:latin typeface="TeX Gyre Schola"/>
                <a:ea typeface="TeX Gyre Schola"/>
                <a:cs typeface="TeX Gyre Schola"/>
              </a:defRPr>
            </a:lvl1pPr>
            <a:lvl2pPr algn="l">
              <a:defRPr sz="2550" b="1" i="0">
                <a:solidFill>
                  <a:srgbClr val="21281F"/>
                </a:solidFill>
                <a:latin typeface="TeX Gyre Schola"/>
                <a:ea typeface="TeX Gyre Schola"/>
                <a:cs typeface="TeX Gyre Schola"/>
              </a:defRPr>
            </a:lvl2pPr>
            <a:lvl3pPr algn="l">
              <a:defRPr sz="2550" b="1" i="0">
                <a:solidFill>
                  <a:srgbClr val="21281F"/>
                </a:solidFill>
                <a:latin typeface="TeX Gyre Schola"/>
                <a:ea typeface="TeX Gyre Schola"/>
                <a:cs typeface="TeX Gyre Schola"/>
              </a:defRPr>
            </a:lvl3pPr>
            <a:lvl4pPr algn="l">
              <a:defRPr sz="2550" b="1" i="0">
                <a:solidFill>
                  <a:srgbClr val="21281F"/>
                </a:solidFill>
                <a:latin typeface="TeX Gyre Schola"/>
                <a:ea typeface="TeX Gyre Schola"/>
                <a:cs typeface="TeX Gyre Schola"/>
              </a:defRPr>
            </a:lvl4pPr>
            <a:lvl5pPr algn="l">
              <a:defRPr sz="2550" b="1" i="0">
                <a:solidFill>
                  <a:srgbClr val="21281F"/>
                </a:solidFill>
                <a:latin typeface="TeX Gyre Schola"/>
                <a:ea typeface="TeX Gyre Schola"/>
                <a:cs typeface="TeX Gyre Schola"/>
              </a:defRPr>
            </a:lvl5pPr>
            <a:lvl6pPr algn="l">
              <a:defRPr sz="2550" b="1" i="0">
                <a:solidFill>
                  <a:srgbClr val="21281F"/>
                </a:solidFill>
                <a:latin typeface="TeX Gyre Schola"/>
                <a:ea typeface="TeX Gyre Schola"/>
                <a:cs typeface="TeX Gyre Schola"/>
              </a:defRPr>
            </a:lvl6pPr>
            <a:lvl7pPr algn="l">
              <a:defRPr sz="2550" b="1" i="0">
                <a:solidFill>
                  <a:srgbClr val="21281F"/>
                </a:solidFill>
                <a:latin typeface="TeX Gyre Schola"/>
                <a:ea typeface="TeX Gyre Schola"/>
                <a:cs typeface="TeX Gyre Schola"/>
              </a:defRPr>
            </a:lvl7pPr>
            <a:lvl8pPr algn="l">
              <a:defRPr sz="2550" b="1" i="0">
                <a:solidFill>
                  <a:srgbClr val="21281F"/>
                </a:solidFill>
                <a:latin typeface="TeX Gyre Schola"/>
                <a:ea typeface="TeX Gyre Schola"/>
                <a:cs typeface="TeX Gyre Schola"/>
              </a:defRPr>
            </a:lvl8pPr>
            <a:lvl9pPr algn="l">
              <a:defRPr sz="2550" b="1" i="0">
                <a:solidFill>
                  <a:srgbClr val="21281F"/>
                </a:solidFill>
                <a:latin typeface="TeX Gyre Schola"/>
                <a:ea typeface="TeX Gyre Schola"/>
                <a:cs typeface="TeX Gyre Schola"/>
              </a:defRPr>
            </a:lvl9pPr>
          </a:lstStyle>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One page holds your memory and where</a:t>
            </a:r>
          </a:p>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each fact came from</a:t>
            </a:r>
          </a:p>
        </p:txBody>
      </p:sp>
      <p:pic>
        <p:nvPicPr>
          <p:cNvPr id="2" name="">
            <a:extLst xmlns:a="http://schemas.openxmlformats.org/drawingml/2006/main">
              <a:ext uri="{FF2B5EF4-FFF2-40B4-BE49-F238E27FC236}">
                <a16:creationId xmlns:a16="http://schemas.microsoft.com/office/drawing/2014/main" id="{FF788D82-1E4D-40A7-B497-CBC577777FA0}"/>
              </a:ext>
            </a:extLst>
          </p:cNvPr>
          <p:cNvPicPr>
            <a:picLocks xmlns:a="http://schemas.openxmlformats.org/drawingml/2006/main" noChangeAspect="1"/>
          </p:cNvPicPr>
          <p:nvPr/>
        </p:nvPicPr>
        <p:blipFill>
          <a:blip xmlns:r="http://schemas.openxmlformats.org/officeDocument/2006/relationships" xmlns:a="http://schemas.openxmlformats.org/drawingml/2006/main" r:embed="Redf461cb222c414a"/>
          <a:stretch xmlns:a="http://schemas.openxmlformats.org/drawingml/2006/main"/>
        </p:blipFill>
        <p:spPr>
          <a:xfrm xmlns:a="http://schemas.openxmlformats.org/drawingml/2006/main">
            <a:off x="504825" y="1676400"/>
            <a:ext cx="4972050" cy="2743200"/>
          </a:xfrm>
          <a:prstGeom xmlns:a="http://schemas.openxmlformats.org/drawingml/2006/main" prst="rect">
            <a:avLst/>
          </a:prstGeom>
        </p:spPr>
      </p:pic>
      <p:sp>
        <p:nvSpPr>
          <p:cNvPr id="3" name="element-24">
            <a:extLst xmlns:a="http://schemas.openxmlformats.org/drawingml/2006/main">
              <a:ext uri="{FF2B5EF4-FFF2-40B4-BE49-F238E27FC236}">
                <a16:creationId xmlns:a16="http://schemas.microsoft.com/office/drawing/2014/main" id="{638831E7-AA79-4340-9961-27660E29B068}"/>
              </a:ext>
            </a:extLst>
          </p:cNvPr>
          <p:cNvSpPr>
            <a:spLocks xmlns:a="http://schemas.openxmlformats.org/drawingml/2006/main" noGrp="1"/>
          </p:cNvSpPr>
          <p:nvPr/>
        </p:nvSpPr>
        <p:spPr>
          <a:xfrm xmlns:a="http://schemas.openxmlformats.org/drawingml/2006/main">
            <a:off x="5905500" y="168592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BD422C"/>
                </a:solidFill>
                <a:latin typeface="TeX Gyre Schola"/>
                <a:ea typeface="TeX Gyre Schola"/>
                <a:cs typeface="TeX Gyre Schola"/>
              </a:defRPr>
            </a:defPPr>
            <a:lvl1pPr algn="l">
              <a:defRPr sz="2400" b="0" i="0">
                <a:solidFill>
                  <a:srgbClr val="BD422C"/>
                </a:solidFill>
                <a:latin typeface="TeX Gyre Schola"/>
                <a:ea typeface="TeX Gyre Schola"/>
                <a:cs typeface="TeX Gyre Schola"/>
              </a:defRPr>
            </a:lvl1pPr>
            <a:lvl2pPr algn="l">
              <a:defRPr sz="2400" b="0" i="0">
                <a:solidFill>
                  <a:srgbClr val="BD422C"/>
                </a:solidFill>
                <a:latin typeface="TeX Gyre Schola"/>
                <a:ea typeface="TeX Gyre Schola"/>
                <a:cs typeface="TeX Gyre Schola"/>
              </a:defRPr>
            </a:lvl2pPr>
            <a:lvl3pPr algn="l">
              <a:defRPr sz="2400" b="0" i="0">
                <a:solidFill>
                  <a:srgbClr val="BD422C"/>
                </a:solidFill>
                <a:latin typeface="TeX Gyre Schola"/>
                <a:ea typeface="TeX Gyre Schola"/>
                <a:cs typeface="TeX Gyre Schola"/>
              </a:defRPr>
            </a:lvl3pPr>
            <a:lvl4pPr algn="l">
              <a:defRPr sz="2400" b="0" i="0">
                <a:solidFill>
                  <a:srgbClr val="BD422C"/>
                </a:solidFill>
                <a:latin typeface="TeX Gyre Schola"/>
                <a:ea typeface="TeX Gyre Schola"/>
                <a:cs typeface="TeX Gyre Schola"/>
              </a:defRPr>
            </a:lvl4pPr>
            <a:lvl5pPr algn="l">
              <a:defRPr sz="2400" b="0" i="0">
                <a:solidFill>
                  <a:srgbClr val="BD422C"/>
                </a:solidFill>
                <a:latin typeface="TeX Gyre Schola"/>
                <a:ea typeface="TeX Gyre Schola"/>
                <a:cs typeface="TeX Gyre Schola"/>
              </a:defRPr>
            </a:lvl5pPr>
            <a:lvl6pPr algn="l">
              <a:defRPr sz="2400" b="0" i="0">
                <a:solidFill>
                  <a:srgbClr val="BD422C"/>
                </a:solidFill>
                <a:latin typeface="TeX Gyre Schola"/>
                <a:ea typeface="TeX Gyre Schola"/>
                <a:cs typeface="TeX Gyre Schola"/>
              </a:defRPr>
            </a:lvl6pPr>
            <a:lvl7pPr algn="l">
              <a:defRPr sz="2400" b="0" i="0">
                <a:solidFill>
                  <a:srgbClr val="BD422C"/>
                </a:solidFill>
                <a:latin typeface="TeX Gyre Schola"/>
                <a:ea typeface="TeX Gyre Schola"/>
                <a:cs typeface="TeX Gyre Schola"/>
              </a:defRPr>
            </a:lvl7pPr>
            <a:lvl8pPr algn="l">
              <a:defRPr sz="2400" b="0" i="0">
                <a:solidFill>
                  <a:srgbClr val="BD422C"/>
                </a:solidFill>
                <a:latin typeface="TeX Gyre Schola"/>
                <a:ea typeface="TeX Gyre Schola"/>
                <a:cs typeface="TeX Gyre Schola"/>
              </a:defRPr>
            </a:lvl8pPr>
            <a:lvl9pPr algn="l">
              <a:defRPr sz="2400" b="0" i="0">
                <a:solidFill>
                  <a:srgbClr val="BD422C"/>
                </a:solidFill>
                <a:latin typeface="TeX Gyre Schola"/>
                <a:ea typeface="TeX Gyre Schola"/>
                <a:cs typeface="TeX Gyre Schola"/>
              </a:defRPr>
            </a:lvl9pPr>
          </a:lstStyle>
          <a:p xmlns:a="http://schemas.openxmlformats.org/drawingml/2006/main">
            <a:pPr algn="l">
              <a:defRPr sz="2400" b="0" i="0">
                <a:solidFill>
                  <a:srgbClr val="BD422C"/>
                </a:solidFill>
                <a:latin typeface="TeX Gyre Schola"/>
                <a:ea typeface="TeX Gyre Schola"/>
                <a:cs typeface="TeX Gyre Schola"/>
              </a:defRPr>
            </a:pPr>
            <a:r>
              <a:rPr sz="2400" b="0" i="0">
                <a:solidFill>
                  <a:srgbClr val="BD422C"/>
                </a:solidFill>
                <a:latin typeface="TeX Gyre Schola"/>
                <a:ea typeface="TeX Gyre Schola"/>
                <a:cs typeface="TeX Gyre Schola"/>
              </a:rPr>
              <a:t>1</a:t>
            </a:r>
          </a:p>
        </p:txBody>
      </p:sp>
      <p:sp>
        <p:nvSpPr>
          <p:cNvPr id="4" name="element-25">
            <a:extLst xmlns:a="http://schemas.openxmlformats.org/drawingml/2006/main">
              <a:ext uri="{FF2B5EF4-FFF2-40B4-BE49-F238E27FC236}">
                <a16:creationId xmlns:a16="http://schemas.microsoft.com/office/drawing/2014/main" id="{0D8A67B8-0A69-4F59-805F-1D0AFB84C4A2}"/>
              </a:ext>
            </a:extLst>
          </p:cNvPr>
          <p:cNvSpPr>
            <a:spLocks xmlns:a="http://schemas.openxmlformats.org/drawingml/2006/main" noGrp="1"/>
          </p:cNvSpPr>
          <p:nvPr/>
        </p:nvSpPr>
        <p:spPr>
          <a:xfrm xmlns:a="http://schemas.openxmlformats.org/drawingml/2006/main">
            <a:off x="6219825" y="1714500"/>
            <a:ext cx="23907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21281F"/>
                </a:solidFill>
                <a:latin typeface="TeX Gyre Adventor"/>
                <a:ea typeface="TeX Gyre Adventor"/>
                <a:cs typeface="TeX Gyre Adventor"/>
              </a:defRPr>
            </a:defPPr>
            <a:lvl1pPr algn="l">
              <a:defRPr sz="1350" b="1" i="0">
                <a:solidFill>
                  <a:srgbClr val="21281F"/>
                </a:solidFill>
                <a:latin typeface="TeX Gyre Adventor"/>
                <a:ea typeface="TeX Gyre Adventor"/>
                <a:cs typeface="TeX Gyre Adventor"/>
              </a:defRPr>
            </a:lvl1pPr>
            <a:lvl2pPr algn="l">
              <a:defRPr sz="1350" b="1" i="0">
                <a:solidFill>
                  <a:srgbClr val="21281F"/>
                </a:solidFill>
                <a:latin typeface="TeX Gyre Adventor"/>
                <a:ea typeface="TeX Gyre Adventor"/>
                <a:cs typeface="TeX Gyre Adventor"/>
              </a:defRPr>
            </a:lvl2pPr>
            <a:lvl3pPr algn="l">
              <a:defRPr sz="1350" b="1" i="0">
                <a:solidFill>
                  <a:srgbClr val="21281F"/>
                </a:solidFill>
                <a:latin typeface="TeX Gyre Adventor"/>
                <a:ea typeface="TeX Gyre Adventor"/>
                <a:cs typeface="TeX Gyre Adventor"/>
              </a:defRPr>
            </a:lvl3pPr>
            <a:lvl4pPr algn="l">
              <a:defRPr sz="1350" b="1" i="0">
                <a:solidFill>
                  <a:srgbClr val="21281F"/>
                </a:solidFill>
                <a:latin typeface="TeX Gyre Adventor"/>
                <a:ea typeface="TeX Gyre Adventor"/>
                <a:cs typeface="TeX Gyre Adventor"/>
              </a:defRPr>
            </a:lvl4pPr>
            <a:lvl5pPr algn="l">
              <a:defRPr sz="1350" b="1" i="0">
                <a:solidFill>
                  <a:srgbClr val="21281F"/>
                </a:solidFill>
                <a:latin typeface="TeX Gyre Adventor"/>
                <a:ea typeface="TeX Gyre Adventor"/>
                <a:cs typeface="TeX Gyre Adventor"/>
              </a:defRPr>
            </a:lvl5pPr>
            <a:lvl6pPr algn="l">
              <a:defRPr sz="1350" b="1" i="0">
                <a:solidFill>
                  <a:srgbClr val="21281F"/>
                </a:solidFill>
                <a:latin typeface="TeX Gyre Adventor"/>
                <a:ea typeface="TeX Gyre Adventor"/>
                <a:cs typeface="TeX Gyre Adventor"/>
              </a:defRPr>
            </a:lvl6pPr>
            <a:lvl7pPr algn="l">
              <a:defRPr sz="1350" b="1" i="0">
                <a:solidFill>
                  <a:srgbClr val="21281F"/>
                </a:solidFill>
                <a:latin typeface="TeX Gyre Adventor"/>
                <a:ea typeface="TeX Gyre Adventor"/>
                <a:cs typeface="TeX Gyre Adventor"/>
              </a:defRPr>
            </a:lvl7pPr>
            <a:lvl8pPr algn="l">
              <a:defRPr sz="1350" b="1" i="0">
                <a:solidFill>
                  <a:srgbClr val="21281F"/>
                </a:solidFill>
                <a:latin typeface="TeX Gyre Adventor"/>
                <a:ea typeface="TeX Gyre Adventor"/>
                <a:cs typeface="TeX Gyre Adventor"/>
              </a:defRPr>
            </a:lvl8pPr>
            <a:lvl9pPr algn="l">
              <a:defRPr sz="1350" b="1" i="0">
                <a:solidFill>
                  <a:srgbClr val="21281F"/>
                </a:solidFill>
                <a:latin typeface="TeX Gyre Adventor"/>
                <a:ea typeface="TeX Gyre Adventor"/>
                <a:cs typeface="TeX Gyre Adventor"/>
              </a:defRPr>
            </a:lvl9pPr>
          </a:lstStyle>
          <a:p xmlns:a="http://schemas.openxmlformats.org/drawingml/2006/main">
            <a:pPr algn="l">
              <a:defRPr sz="1350" b="1" i="0">
                <a:solidFill>
                  <a:srgbClr val="21281F"/>
                </a:solidFill>
                <a:latin typeface="TeX Gyre Adventor"/>
                <a:ea typeface="TeX Gyre Adventor"/>
                <a:cs typeface="TeX Gyre Adventor"/>
              </a:defRPr>
            </a:pPr>
            <a:r>
              <a:rPr sz="1350" b="1" i="0">
                <a:solidFill>
                  <a:srgbClr val="21281F"/>
                </a:solidFill>
                <a:latin typeface="TeX Gyre Adventor"/>
                <a:ea typeface="TeX Gyre Adventor"/>
                <a:cs typeface="TeX Gyre Adventor"/>
              </a:rPr>
              <a:t>Add photos and write what you would forget</a:t>
            </a:r>
          </a:p>
        </p:txBody>
      </p:sp>
      <p:sp>
        <p:nvSpPr>
          <p:cNvPr id="5" name="element-26">
            <a:extLst xmlns:a="http://schemas.openxmlformats.org/drawingml/2006/main">
              <a:ext uri="{FF2B5EF4-FFF2-40B4-BE49-F238E27FC236}">
                <a16:creationId xmlns:a16="http://schemas.microsoft.com/office/drawing/2014/main" id="{10343077-7702-4BFD-8224-191015858085}"/>
              </a:ext>
            </a:extLst>
          </p:cNvPr>
          <p:cNvSpPr>
            <a:spLocks xmlns:a="http://schemas.openxmlformats.org/drawingml/2006/main" noGrp="1"/>
          </p:cNvSpPr>
          <p:nvPr/>
        </p:nvSpPr>
        <p:spPr>
          <a:xfrm xmlns:a="http://schemas.openxmlformats.org/drawingml/2006/main">
            <a:off x="6219825" y="2133600"/>
            <a:ext cx="23907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67685E"/>
                </a:solidFill>
                <a:latin typeface="TeX Gyre Adventor"/>
                <a:ea typeface="TeX Gyre Adventor"/>
                <a:cs typeface="TeX Gyre Adventor"/>
              </a:defRPr>
            </a:defPPr>
            <a:lvl1pPr algn="l">
              <a:defRPr sz="1125" b="0" i="0">
                <a:solidFill>
                  <a:srgbClr val="67685E"/>
                </a:solidFill>
                <a:latin typeface="TeX Gyre Adventor"/>
                <a:ea typeface="TeX Gyre Adventor"/>
                <a:cs typeface="TeX Gyre Adventor"/>
              </a:defRPr>
            </a:lvl1pPr>
            <a:lvl2pPr algn="l">
              <a:defRPr sz="1125" b="0" i="0">
                <a:solidFill>
                  <a:srgbClr val="67685E"/>
                </a:solidFill>
                <a:latin typeface="TeX Gyre Adventor"/>
                <a:ea typeface="TeX Gyre Adventor"/>
                <a:cs typeface="TeX Gyre Adventor"/>
              </a:defRPr>
            </a:lvl2pPr>
            <a:lvl3pPr algn="l">
              <a:defRPr sz="1125" b="0" i="0">
                <a:solidFill>
                  <a:srgbClr val="67685E"/>
                </a:solidFill>
                <a:latin typeface="TeX Gyre Adventor"/>
                <a:ea typeface="TeX Gyre Adventor"/>
                <a:cs typeface="TeX Gyre Adventor"/>
              </a:defRPr>
            </a:lvl3pPr>
            <a:lvl4pPr algn="l">
              <a:defRPr sz="1125" b="0" i="0">
                <a:solidFill>
                  <a:srgbClr val="67685E"/>
                </a:solidFill>
                <a:latin typeface="TeX Gyre Adventor"/>
                <a:ea typeface="TeX Gyre Adventor"/>
                <a:cs typeface="TeX Gyre Adventor"/>
              </a:defRPr>
            </a:lvl4pPr>
            <a:lvl5pPr algn="l">
              <a:defRPr sz="1125" b="0" i="0">
                <a:solidFill>
                  <a:srgbClr val="67685E"/>
                </a:solidFill>
                <a:latin typeface="TeX Gyre Adventor"/>
                <a:ea typeface="TeX Gyre Adventor"/>
                <a:cs typeface="TeX Gyre Adventor"/>
              </a:defRPr>
            </a:lvl5pPr>
            <a:lvl6pPr algn="l">
              <a:defRPr sz="1125" b="0" i="0">
                <a:solidFill>
                  <a:srgbClr val="67685E"/>
                </a:solidFill>
                <a:latin typeface="TeX Gyre Adventor"/>
                <a:ea typeface="TeX Gyre Adventor"/>
                <a:cs typeface="TeX Gyre Adventor"/>
              </a:defRPr>
            </a:lvl6pPr>
            <a:lvl7pPr algn="l">
              <a:defRPr sz="1125" b="0" i="0">
                <a:solidFill>
                  <a:srgbClr val="67685E"/>
                </a:solidFill>
                <a:latin typeface="TeX Gyre Adventor"/>
                <a:ea typeface="TeX Gyre Adventor"/>
                <a:cs typeface="TeX Gyre Adventor"/>
              </a:defRPr>
            </a:lvl7pPr>
            <a:lvl8pPr algn="l">
              <a:defRPr sz="1125" b="0" i="0">
                <a:solidFill>
                  <a:srgbClr val="67685E"/>
                </a:solidFill>
                <a:latin typeface="TeX Gyre Adventor"/>
                <a:ea typeface="TeX Gyre Adventor"/>
                <a:cs typeface="TeX Gyre Adventor"/>
              </a:defRPr>
            </a:lvl8pPr>
            <a:lvl9pPr algn="l">
              <a:defRPr sz="1125" b="0" i="0">
                <a:solidFill>
                  <a:srgbClr val="67685E"/>
                </a:solidFill>
                <a:latin typeface="TeX Gyre Adventor"/>
                <a:ea typeface="TeX Gyre Adventor"/>
                <a:cs typeface="TeX Gyre Adventor"/>
              </a:defRPr>
            </a:lvl9pPr>
          </a:lstStyle>
          <a:p xmlns:a="http://schemas.openxmlformats.org/drawingml/2006/main">
            <a:pPr algn="l">
              <a:defRPr sz="1125" b="0" i="0">
                <a:solidFill>
                  <a:srgbClr val="67685E"/>
                </a:solidFill>
                <a:latin typeface="TeX Gyre Adventor"/>
                <a:ea typeface="TeX Gyre Adventor"/>
                <a:cs typeface="TeX Gyre Adventor"/>
              </a:defRPr>
            </a:pPr>
            <a:r>
              <a:rPr sz="1125" b="0" i="0">
                <a:solidFill>
                  <a:srgbClr val="67685E"/>
                </a:solidFill>
                <a:latin typeface="TeX Gyre Adventor"/>
                <a:ea typeface="TeX Gyre Adventor"/>
                <a:cs typeface="TeX Gyre Adventor"/>
              </a:rPr>
              <a:t>Your words keep the personal part of the story.</a:t>
            </a:r>
          </a:p>
        </p:txBody>
      </p:sp>
      <p:sp>
        <p:nvSpPr>
          <p:cNvPr id="6" name="element-27">
            <a:extLst xmlns:a="http://schemas.openxmlformats.org/drawingml/2006/main">
              <a:ext uri="{FF2B5EF4-FFF2-40B4-BE49-F238E27FC236}">
                <a16:creationId xmlns:a16="http://schemas.microsoft.com/office/drawing/2014/main" id="{7C7634F3-EB9D-4897-97B0-24B31928D20B}"/>
              </a:ext>
            </a:extLst>
          </p:cNvPr>
          <p:cNvSpPr>
            <a:spLocks xmlns:a="http://schemas.openxmlformats.org/drawingml/2006/main" noGrp="1"/>
          </p:cNvSpPr>
          <p:nvPr/>
        </p:nvSpPr>
        <p:spPr>
          <a:xfrm xmlns:a="http://schemas.openxmlformats.org/drawingml/2006/main">
            <a:off x="5905500" y="248602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BD422C"/>
                </a:solidFill>
                <a:latin typeface="TeX Gyre Schola"/>
                <a:ea typeface="TeX Gyre Schola"/>
                <a:cs typeface="TeX Gyre Schola"/>
              </a:defRPr>
            </a:defPPr>
            <a:lvl1pPr algn="l">
              <a:defRPr sz="2400" b="0" i="0">
                <a:solidFill>
                  <a:srgbClr val="BD422C"/>
                </a:solidFill>
                <a:latin typeface="TeX Gyre Schola"/>
                <a:ea typeface="TeX Gyre Schola"/>
                <a:cs typeface="TeX Gyre Schola"/>
              </a:defRPr>
            </a:lvl1pPr>
            <a:lvl2pPr algn="l">
              <a:defRPr sz="2400" b="0" i="0">
                <a:solidFill>
                  <a:srgbClr val="BD422C"/>
                </a:solidFill>
                <a:latin typeface="TeX Gyre Schola"/>
                <a:ea typeface="TeX Gyre Schola"/>
                <a:cs typeface="TeX Gyre Schola"/>
              </a:defRPr>
            </a:lvl2pPr>
            <a:lvl3pPr algn="l">
              <a:defRPr sz="2400" b="0" i="0">
                <a:solidFill>
                  <a:srgbClr val="BD422C"/>
                </a:solidFill>
                <a:latin typeface="TeX Gyre Schola"/>
                <a:ea typeface="TeX Gyre Schola"/>
                <a:cs typeface="TeX Gyre Schola"/>
              </a:defRPr>
            </a:lvl3pPr>
            <a:lvl4pPr algn="l">
              <a:defRPr sz="2400" b="0" i="0">
                <a:solidFill>
                  <a:srgbClr val="BD422C"/>
                </a:solidFill>
                <a:latin typeface="TeX Gyre Schola"/>
                <a:ea typeface="TeX Gyre Schola"/>
                <a:cs typeface="TeX Gyre Schola"/>
              </a:defRPr>
            </a:lvl4pPr>
            <a:lvl5pPr algn="l">
              <a:defRPr sz="2400" b="0" i="0">
                <a:solidFill>
                  <a:srgbClr val="BD422C"/>
                </a:solidFill>
                <a:latin typeface="TeX Gyre Schola"/>
                <a:ea typeface="TeX Gyre Schola"/>
                <a:cs typeface="TeX Gyre Schola"/>
              </a:defRPr>
            </a:lvl5pPr>
            <a:lvl6pPr algn="l">
              <a:defRPr sz="2400" b="0" i="0">
                <a:solidFill>
                  <a:srgbClr val="BD422C"/>
                </a:solidFill>
                <a:latin typeface="TeX Gyre Schola"/>
                <a:ea typeface="TeX Gyre Schola"/>
                <a:cs typeface="TeX Gyre Schola"/>
              </a:defRPr>
            </a:lvl6pPr>
            <a:lvl7pPr algn="l">
              <a:defRPr sz="2400" b="0" i="0">
                <a:solidFill>
                  <a:srgbClr val="BD422C"/>
                </a:solidFill>
                <a:latin typeface="TeX Gyre Schola"/>
                <a:ea typeface="TeX Gyre Schola"/>
                <a:cs typeface="TeX Gyre Schola"/>
              </a:defRPr>
            </a:lvl7pPr>
            <a:lvl8pPr algn="l">
              <a:defRPr sz="2400" b="0" i="0">
                <a:solidFill>
                  <a:srgbClr val="BD422C"/>
                </a:solidFill>
                <a:latin typeface="TeX Gyre Schola"/>
                <a:ea typeface="TeX Gyre Schola"/>
                <a:cs typeface="TeX Gyre Schola"/>
              </a:defRPr>
            </a:lvl8pPr>
            <a:lvl9pPr algn="l">
              <a:defRPr sz="2400" b="0" i="0">
                <a:solidFill>
                  <a:srgbClr val="BD422C"/>
                </a:solidFill>
                <a:latin typeface="TeX Gyre Schola"/>
                <a:ea typeface="TeX Gyre Schola"/>
                <a:cs typeface="TeX Gyre Schola"/>
              </a:defRPr>
            </a:lvl9pPr>
          </a:lstStyle>
          <a:p xmlns:a="http://schemas.openxmlformats.org/drawingml/2006/main">
            <a:pPr algn="l">
              <a:defRPr sz="2400" b="0" i="0">
                <a:solidFill>
                  <a:srgbClr val="BD422C"/>
                </a:solidFill>
                <a:latin typeface="TeX Gyre Schola"/>
                <a:ea typeface="TeX Gyre Schola"/>
                <a:cs typeface="TeX Gyre Schola"/>
              </a:defRPr>
            </a:pPr>
            <a:r>
              <a:rPr sz="2400" b="0" i="0">
                <a:solidFill>
                  <a:srgbClr val="BD422C"/>
                </a:solidFill>
                <a:latin typeface="TeX Gyre Schola"/>
                <a:ea typeface="TeX Gyre Schola"/>
                <a:cs typeface="TeX Gyre Schola"/>
              </a:rPr>
              <a:t>2</a:t>
            </a:r>
          </a:p>
        </p:txBody>
      </p:sp>
      <p:sp>
        <p:nvSpPr>
          <p:cNvPr id="7" name="element-28">
            <a:extLst xmlns:a="http://schemas.openxmlformats.org/drawingml/2006/main">
              <a:ext uri="{FF2B5EF4-FFF2-40B4-BE49-F238E27FC236}">
                <a16:creationId xmlns:a16="http://schemas.microsoft.com/office/drawing/2014/main" id="{10631869-261B-40B9-8A87-7CCC6BB79385}"/>
              </a:ext>
            </a:extLst>
          </p:cNvPr>
          <p:cNvSpPr>
            <a:spLocks xmlns:a="http://schemas.openxmlformats.org/drawingml/2006/main" noGrp="1"/>
          </p:cNvSpPr>
          <p:nvPr/>
        </p:nvSpPr>
        <p:spPr>
          <a:xfrm xmlns:a="http://schemas.openxmlformats.org/drawingml/2006/main">
            <a:off x="6219825" y="2514600"/>
            <a:ext cx="23907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21281F"/>
                </a:solidFill>
                <a:latin typeface="TeX Gyre Adventor"/>
                <a:ea typeface="TeX Gyre Adventor"/>
                <a:cs typeface="TeX Gyre Adventor"/>
              </a:defRPr>
            </a:defPPr>
            <a:lvl1pPr algn="l">
              <a:defRPr sz="1350" b="1" i="0">
                <a:solidFill>
                  <a:srgbClr val="21281F"/>
                </a:solidFill>
                <a:latin typeface="TeX Gyre Adventor"/>
                <a:ea typeface="TeX Gyre Adventor"/>
                <a:cs typeface="TeX Gyre Adventor"/>
              </a:defRPr>
            </a:lvl1pPr>
            <a:lvl2pPr algn="l">
              <a:defRPr sz="1350" b="1" i="0">
                <a:solidFill>
                  <a:srgbClr val="21281F"/>
                </a:solidFill>
                <a:latin typeface="TeX Gyre Adventor"/>
                <a:ea typeface="TeX Gyre Adventor"/>
                <a:cs typeface="TeX Gyre Adventor"/>
              </a:defRPr>
            </a:lvl2pPr>
            <a:lvl3pPr algn="l">
              <a:defRPr sz="1350" b="1" i="0">
                <a:solidFill>
                  <a:srgbClr val="21281F"/>
                </a:solidFill>
                <a:latin typeface="TeX Gyre Adventor"/>
                <a:ea typeface="TeX Gyre Adventor"/>
                <a:cs typeface="TeX Gyre Adventor"/>
              </a:defRPr>
            </a:lvl3pPr>
            <a:lvl4pPr algn="l">
              <a:defRPr sz="1350" b="1" i="0">
                <a:solidFill>
                  <a:srgbClr val="21281F"/>
                </a:solidFill>
                <a:latin typeface="TeX Gyre Adventor"/>
                <a:ea typeface="TeX Gyre Adventor"/>
                <a:cs typeface="TeX Gyre Adventor"/>
              </a:defRPr>
            </a:lvl4pPr>
            <a:lvl5pPr algn="l">
              <a:defRPr sz="1350" b="1" i="0">
                <a:solidFill>
                  <a:srgbClr val="21281F"/>
                </a:solidFill>
                <a:latin typeface="TeX Gyre Adventor"/>
                <a:ea typeface="TeX Gyre Adventor"/>
                <a:cs typeface="TeX Gyre Adventor"/>
              </a:defRPr>
            </a:lvl5pPr>
            <a:lvl6pPr algn="l">
              <a:defRPr sz="1350" b="1" i="0">
                <a:solidFill>
                  <a:srgbClr val="21281F"/>
                </a:solidFill>
                <a:latin typeface="TeX Gyre Adventor"/>
                <a:ea typeface="TeX Gyre Adventor"/>
                <a:cs typeface="TeX Gyre Adventor"/>
              </a:defRPr>
            </a:lvl6pPr>
            <a:lvl7pPr algn="l">
              <a:defRPr sz="1350" b="1" i="0">
                <a:solidFill>
                  <a:srgbClr val="21281F"/>
                </a:solidFill>
                <a:latin typeface="TeX Gyre Adventor"/>
                <a:ea typeface="TeX Gyre Adventor"/>
                <a:cs typeface="TeX Gyre Adventor"/>
              </a:defRPr>
            </a:lvl7pPr>
            <a:lvl8pPr algn="l">
              <a:defRPr sz="1350" b="1" i="0">
                <a:solidFill>
                  <a:srgbClr val="21281F"/>
                </a:solidFill>
                <a:latin typeface="TeX Gyre Adventor"/>
                <a:ea typeface="TeX Gyre Adventor"/>
                <a:cs typeface="TeX Gyre Adventor"/>
              </a:defRPr>
            </a:lvl8pPr>
            <a:lvl9pPr algn="l">
              <a:defRPr sz="1350" b="1" i="0">
                <a:solidFill>
                  <a:srgbClr val="21281F"/>
                </a:solidFill>
                <a:latin typeface="TeX Gyre Adventor"/>
                <a:ea typeface="TeX Gyre Adventor"/>
                <a:cs typeface="TeX Gyre Adventor"/>
              </a:defRPr>
            </a:lvl9pPr>
          </a:lstStyle>
          <a:p xmlns:a="http://schemas.openxmlformats.org/drawingml/2006/main">
            <a:pPr algn="l">
              <a:defRPr sz="1350" b="1" i="0">
                <a:solidFill>
                  <a:srgbClr val="21281F"/>
                </a:solidFill>
                <a:latin typeface="TeX Gyre Adventor"/>
                <a:ea typeface="TeX Gyre Adventor"/>
                <a:cs typeface="TeX Gyre Adventor"/>
              </a:defRPr>
            </a:pPr>
            <a:r>
              <a:rPr sz="1350" b="1" i="0">
                <a:solidFill>
                  <a:srgbClr val="21281F"/>
                </a:solidFill>
                <a:latin typeface="TeX Gyre Adventor"/>
                <a:ea typeface="TeX Gyre Adventor"/>
                <a:cs typeface="TeX Gyre Adventor"/>
              </a:rPr>
              <a:t>Paste a public event link</a:t>
            </a:r>
          </a:p>
        </p:txBody>
      </p:sp>
      <p:sp>
        <p:nvSpPr>
          <p:cNvPr id="8" name="element-29">
            <a:extLst xmlns:a="http://schemas.openxmlformats.org/drawingml/2006/main">
              <a:ext uri="{FF2B5EF4-FFF2-40B4-BE49-F238E27FC236}">
                <a16:creationId xmlns:a16="http://schemas.microsoft.com/office/drawing/2014/main" id="{CBD3BE5B-97DE-4F78-A35D-6B23E0312310}"/>
              </a:ext>
            </a:extLst>
          </p:cNvPr>
          <p:cNvSpPr>
            <a:spLocks xmlns:a="http://schemas.openxmlformats.org/drawingml/2006/main" noGrp="1"/>
          </p:cNvSpPr>
          <p:nvPr/>
        </p:nvSpPr>
        <p:spPr>
          <a:xfrm xmlns:a="http://schemas.openxmlformats.org/drawingml/2006/main">
            <a:off x="6219825" y="2933700"/>
            <a:ext cx="23907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67685E"/>
                </a:solidFill>
                <a:latin typeface="TeX Gyre Adventor"/>
                <a:ea typeface="TeX Gyre Adventor"/>
                <a:cs typeface="TeX Gyre Adventor"/>
              </a:defRPr>
            </a:defPPr>
            <a:lvl1pPr algn="l">
              <a:defRPr sz="1125" b="0" i="0">
                <a:solidFill>
                  <a:srgbClr val="67685E"/>
                </a:solidFill>
                <a:latin typeface="TeX Gyre Adventor"/>
                <a:ea typeface="TeX Gyre Adventor"/>
                <a:cs typeface="TeX Gyre Adventor"/>
              </a:defRPr>
            </a:lvl1pPr>
            <a:lvl2pPr algn="l">
              <a:defRPr sz="1125" b="0" i="0">
                <a:solidFill>
                  <a:srgbClr val="67685E"/>
                </a:solidFill>
                <a:latin typeface="TeX Gyre Adventor"/>
                <a:ea typeface="TeX Gyre Adventor"/>
                <a:cs typeface="TeX Gyre Adventor"/>
              </a:defRPr>
            </a:lvl2pPr>
            <a:lvl3pPr algn="l">
              <a:defRPr sz="1125" b="0" i="0">
                <a:solidFill>
                  <a:srgbClr val="67685E"/>
                </a:solidFill>
                <a:latin typeface="TeX Gyre Adventor"/>
                <a:ea typeface="TeX Gyre Adventor"/>
                <a:cs typeface="TeX Gyre Adventor"/>
              </a:defRPr>
            </a:lvl3pPr>
            <a:lvl4pPr algn="l">
              <a:defRPr sz="1125" b="0" i="0">
                <a:solidFill>
                  <a:srgbClr val="67685E"/>
                </a:solidFill>
                <a:latin typeface="TeX Gyre Adventor"/>
                <a:ea typeface="TeX Gyre Adventor"/>
                <a:cs typeface="TeX Gyre Adventor"/>
              </a:defRPr>
            </a:lvl4pPr>
            <a:lvl5pPr algn="l">
              <a:defRPr sz="1125" b="0" i="0">
                <a:solidFill>
                  <a:srgbClr val="67685E"/>
                </a:solidFill>
                <a:latin typeface="TeX Gyre Adventor"/>
                <a:ea typeface="TeX Gyre Adventor"/>
                <a:cs typeface="TeX Gyre Adventor"/>
              </a:defRPr>
            </a:lvl5pPr>
            <a:lvl6pPr algn="l">
              <a:defRPr sz="1125" b="0" i="0">
                <a:solidFill>
                  <a:srgbClr val="67685E"/>
                </a:solidFill>
                <a:latin typeface="TeX Gyre Adventor"/>
                <a:ea typeface="TeX Gyre Adventor"/>
                <a:cs typeface="TeX Gyre Adventor"/>
              </a:defRPr>
            </a:lvl6pPr>
            <a:lvl7pPr algn="l">
              <a:defRPr sz="1125" b="0" i="0">
                <a:solidFill>
                  <a:srgbClr val="67685E"/>
                </a:solidFill>
                <a:latin typeface="TeX Gyre Adventor"/>
                <a:ea typeface="TeX Gyre Adventor"/>
                <a:cs typeface="TeX Gyre Adventor"/>
              </a:defRPr>
            </a:lvl7pPr>
            <a:lvl8pPr algn="l">
              <a:defRPr sz="1125" b="0" i="0">
                <a:solidFill>
                  <a:srgbClr val="67685E"/>
                </a:solidFill>
                <a:latin typeface="TeX Gyre Adventor"/>
                <a:ea typeface="TeX Gyre Adventor"/>
                <a:cs typeface="TeX Gyre Adventor"/>
              </a:defRPr>
            </a:lvl8pPr>
            <a:lvl9pPr algn="l">
              <a:defRPr sz="1125" b="0" i="0">
                <a:solidFill>
                  <a:srgbClr val="67685E"/>
                </a:solidFill>
                <a:latin typeface="TeX Gyre Adventor"/>
                <a:ea typeface="TeX Gyre Adventor"/>
                <a:cs typeface="TeX Gyre Adventor"/>
              </a:defRPr>
            </a:lvl9pPr>
          </a:lstStyle>
          <a:p xmlns:a="http://schemas.openxmlformats.org/drawingml/2006/main">
            <a:pPr algn="l">
              <a:defRPr sz="1125" b="0" i="0">
                <a:solidFill>
                  <a:srgbClr val="67685E"/>
                </a:solidFill>
                <a:latin typeface="TeX Gyre Adventor"/>
                <a:ea typeface="TeX Gyre Adventor"/>
                <a:cs typeface="TeX Gyre Adventor"/>
              </a:defRPr>
            </a:pPr>
            <a:r>
              <a:rPr sz="1125" b="0" i="0">
                <a:solidFill>
                  <a:srgbClr val="67685E"/>
                </a:solidFill>
                <a:latin typeface="TeX Gyre Adventor"/>
                <a:ea typeface="TeX Gyre Adventor"/>
                <a:cs typeface="TeX Gyre Adventor"/>
              </a:rPr>
              <a:t>TinyFish finds the title, date, venue and program.</a:t>
            </a:r>
          </a:p>
        </p:txBody>
      </p:sp>
      <p:sp>
        <p:nvSpPr>
          <p:cNvPr id="9" name="element-30">
            <a:extLst xmlns:a="http://schemas.openxmlformats.org/drawingml/2006/main">
              <a:ext uri="{FF2B5EF4-FFF2-40B4-BE49-F238E27FC236}">
                <a16:creationId xmlns:a16="http://schemas.microsoft.com/office/drawing/2014/main" id="{47268FAC-1FEE-4D82-BE01-DF7991620844}"/>
              </a:ext>
            </a:extLst>
          </p:cNvPr>
          <p:cNvSpPr>
            <a:spLocks xmlns:a="http://schemas.openxmlformats.org/drawingml/2006/main" noGrp="1"/>
          </p:cNvSpPr>
          <p:nvPr/>
        </p:nvSpPr>
        <p:spPr>
          <a:xfrm xmlns:a="http://schemas.openxmlformats.org/drawingml/2006/main">
            <a:off x="5905500" y="3286125"/>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i="0">
                <a:solidFill>
                  <a:srgbClr val="BD422C"/>
                </a:solidFill>
                <a:latin typeface="TeX Gyre Schola"/>
                <a:ea typeface="TeX Gyre Schola"/>
                <a:cs typeface="TeX Gyre Schola"/>
              </a:defRPr>
            </a:defPPr>
            <a:lvl1pPr algn="l">
              <a:defRPr sz="2400" b="0" i="0">
                <a:solidFill>
                  <a:srgbClr val="BD422C"/>
                </a:solidFill>
                <a:latin typeface="TeX Gyre Schola"/>
                <a:ea typeface="TeX Gyre Schola"/>
                <a:cs typeface="TeX Gyre Schola"/>
              </a:defRPr>
            </a:lvl1pPr>
            <a:lvl2pPr algn="l">
              <a:defRPr sz="2400" b="0" i="0">
                <a:solidFill>
                  <a:srgbClr val="BD422C"/>
                </a:solidFill>
                <a:latin typeface="TeX Gyre Schola"/>
                <a:ea typeface="TeX Gyre Schola"/>
                <a:cs typeface="TeX Gyre Schola"/>
              </a:defRPr>
            </a:lvl2pPr>
            <a:lvl3pPr algn="l">
              <a:defRPr sz="2400" b="0" i="0">
                <a:solidFill>
                  <a:srgbClr val="BD422C"/>
                </a:solidFill>
                <a:latin typeface="TeX Gyre Schola"/>
                <a:ea typeface="TeX Gyre Schola"/>
                <a:cs typeface="TeX Gyre Schola"/>
              </a:defRPr>
            </a:lvl3pPr>
            <a:lvl4pPr algn="l">
              <a:defRPr sz="2400" b="0" i="0">
                <a:solidFill>
                  <a:srgbClr val="BD422C"/>
                </a:solidFill>
                <a:latin typeface="TeX Gyre Schola"/>
                <a:ea typeface="TeX Gyre Schola"/>
                <a:cs typeface="TeX Gyre Schola"/>
              </a:defRPr>
            </a:lvl4pPr>
            <a:lvl5pPr algn="l">
              <a:defRPr sz="2400" b="0" i="0">
                <a:solidFill>
                  <a:srgbClr val="BD422C"/>
                </a:solidFill>
                <a:latin typeface="TeX Gyre Schola"/>
                <a:ea typeface="TeX Gyre Schola"/>
                <a:cs typeface="TeX Gyre Schola"/>
              </a:defRPr>
            </a:lvl5pPr>
            <a:lvl6pPr algn="l">
              <a:defRPr sz="2400" b="0" i="0">
                <a:solidFill>
                  <a:srgbClr val="BD422C"/>
                </a:solidFill>
                <a:latin typeface="TeX Gyre Schola"/>
                <a:ea typeface="TeX Gyre Schola"/>
                <a:cs typeface="TeX Gyre Schola"/>
              </a:defRPr>
            </a:lvl6pPr>
            <a:lvl7pPr algn="l">
              <a:defRPr sz="2400" b="0" i="0">
                <a:solidFill>
                  <a:srgbClr val="BD422C"/>
                </a:solidFill>
                <a:latin typeface="TeX Gyre Schola"/>
                <a:ea typeface="TeX Gyre Schola"/>
                <a:cs typeface="TeX Gyre Schola"/>
              </a:defRPr>
            </a:lvl7pPr>
            <a:lvl8pPr algn="l">
              <a:defRPr sz="2400" b="0" i="0">
                <a:solidFill>
                  <a:srgbClr val="BD422C"/>
                </a:solidFill>
                <a:latin typeface="TeX Gyre Schola"/>
                <a:ea typeface="TeX Gyre Schola"/>
                <a:cs typeface="TeX Gyre Schola"/>
              </a:defRPr>
            </a:lvl8pPr>
            <a:lvl9pPr algn="l">
              <a:defRPr sz="2400" b="0" i="0">
                <a:solidFill>
                  <a:srgbClr val="BD422C"/>
                </a:solidFill>
                <a:latin typeface="TeX Gyre Schola"/>
                <a:ea typeface="TeX Gyre Schola"/>
                <a:cs typeface="TeX Gyre Schola"/>
              </a:defRPr>
            </a:lvl9pPr>
          </a:lstStyle>
          <a:p xmlns:a="http://schemas.openxmlformats.org/drawingml/2006/main">
            <a:pPr algn="l">
              <a:defRPr sz="2400" b="0" i="0">
                <a:solidFill>
                  <a:srgbClr val="BD422C"/>
                </a:solidFill>
                <a:latin typeface="TeX Gyre Schola"/>
                <a:ea typeface="TeX Gyre Schola"/>
                <a:cs typeface="TeX Gyre Schola"/>
              </a:defRPr>
            </a:pPr>
            <a:r>
              <a:rPr sz="2400" b="0" i="0">
                <a:solidFill>
                  <a:srgbClr val="BD422C"/>
                </a:solidFill>
                <a:latin typeface="TeX Gyre Schola"/>
                <a:ea typeface="TeX Gyre Schola"/>
                <a:cs typeface="TeX Gyre Schola"/>
              </a:rPr>
              <a:t>3</a:t>
            </a:r>
          </a:p>
        </p:txBody>
      </p:sp>
      <p:sp>
        <p:nvSpPr>
          <p:cNvPr id="10" name="element-31">
            <a:extLst xmlns:a="http://schemas.openxmlformats.org/drawingml/2006/main">
              <a:ext uri="{FF2B5EF4-FFF2-40B4-BE49-F238E27FC236}">
                <a16:creationId xmlns:a16="http://schemas.microsoft.com/office/drawing/2014/main" id="{88D7787D-5107-4352-9430-895D63D432E1}"/>
              </a:ext>
            </a:extLst>
          </p:cNvPr>
          <p:cNvSpPr>
            <a:spLocks xmlns:a="http://schemas.openxmlformats.org/drawingml/2006/main" noGrp="1"/>
          </p:cNvSpPr>
          <p:nvPr/>
        </p:nvSpPr>
        <p:spPr>
          <a:xfrm xmlns:a="http://schemas.openxmlformats.org/drawingml/2006/main">
            <a:off x="6219825" y="3314700"/>
            <a:ext cx="23907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21281F"/>
                </a:solidFill>
                <a:latin typeface="TeX Gyre Adventor"/>
                <a:ea typeface="TeX Gyre Adventor"/>
                <a:cs typeface="TeX Gyre Adventor"/>
              </a:defRPr>
            </a:defPPr>
            <a:lvl1pPr algn="l">
              <a:defRPr sz="1350" b="1" i="0">
                <a:solidFill>
                  <a:srgbClr val="21281F"/>
                </a:solidFill>
                <a:latin typeface="TeX Gyre Adventor"/>
                <a:ea typeface="TeX Gyre Adventor"/>
                <a:cs typeface="TeX Gyre Adventor"/>
              </a:defRPr>
            </a:lvl1pPr>
            <a:lvl2pPr algn="l">
              <a:defRPr sz="1350" b="1" i="0">
                <a:solidFill>
                  <a:srgbClr val="21281F"/>
                </a:solidFill>
                <a:latin typeface="TeX Gyre Adventor"/>
                <a:ea typeface="TeX Gyre Adventor"/>
                <a:cs typeface="TeX Gyre Adventor"/>
              </a:defRPr>
            </a:lvl2pPr>
            <a:lvl3pPr algn="l">
              <a:defRPr sz="1350" b="1" i="0">
                <a:solidFill>
                  <a:srgbClr val="21281F"/>
                </a:solidFill>
                <a:latin typeface="TeX Gyre Adventor"/>
                <a:ea typeface="TeX Gyre Adventor"/>
                <a:cs typeface="TeX Gyre Adventor"/>
              </a:defRPr>
            </a:lvl3pPr>
            <a:lvl4pPr algn="l">
              <a:defRPr sz="1350" b="1" i="0">
                <a:solidFill>
                  <a:srgbClr val="21281F"/>
                </a:solidFill>
                <a:latin typeface="TeX Gyre Adventor"/>
                <a:ea typeface="TeX Gyre Adventor"/>
                <a:cs typeface="TeX Gyre Adventor"/>
              </a:defRPr>
            </a:lvl4pPr>
            <a:lvl5pPr algn="l">
              <a:defRPr sz="1350" b="1" i="0">
                <a:solidFill>
                  <a:srgbClr val="21281F"/>
                </a:solidFill>
                <a:latin typeface="TeX Gyre Adventor"/>
                <a:ea typeface="TeX Gyre Adventor"/>
                <a:cs typeface="TeX Gyre Adventor"/>
              </a:defRPr>
            </a:lvl5pPr>
            <a:lvl6pPr algn="l">
              <a:defRPr sz="1350" b="1" i="0">
                <a:solidFill>
                  <a:srgbClr val="21281F"/>
                </a:solidFill>
                <a:latin typeface="TeX Gyre Adventor"/>
                <a:ea typeface="TeX Gyre Adventor"/>
                <a:cs typeface="TeX Gyre Adventor"/>
              </a:defRPr>
            </a:lvl6pPr>
            <a:lvl7pPr algn="l">
              <a:defRPr sz="1350" b="1" i="0">
                <a:solidFill>
                  <a:srgbClr val="21281F"/>
                </a:solidFill>
                <a:latin typeface="TeX Gyre Adventor"/>
                <a:ea typeface="TeX Gyre Adventor"/>
                <a:cs typeface="TeX Gyre Adventor"/>
              </a:defRPr>
            </a:lvl7pPr>
            <a:lvl8pPr algn="l">
              <a:defRPr sz="1350" b="1" i="0">
                <a:solidFill>
                  <a:srgbClr val="21281F"/>
                </a:solidFill>
                <a:latin typeface="TeX Gyre Adventor"/>
                <a:ea typeface="TeX Gyre Adventor"/>
                <a:cs typeface="TeX Gyre Adventor"/>
              </a:defRPr>
            </a:lvl8pPr>
            <a:lvl9pPr algn="l">
              <a:defRPr sz="1350" b="1" i="0">
                <a:solidFill>
                  <a:srgbClr val="21281F"/>
                </a:solidFill>
                <a:latin typeface="TeX Gyre Adventor"/>
                <a:ea typeface="TeX Gyre Adventor"/>
                <a:cs typeface="TeX Gyre Adventor"/>
              </a:defRPr>
            </a:lvl9pPr>
          </a:lstStyle>
          <a:p xmlns:a="http://schemas.openxmlformats.org/drawingml/2006/main">
            <a:pPr algn="l">
              <a:defRPr sz="1350" b="1" i="0">
                <a:solidFill>
                  <a:srgbClr val="21281F"/>
                </a:solidFill>
                <a:latin typeface="TeX Gyre Adventor"/>
                <a:ea typeface="TeX Gyre Adventor"/>
                <a:cs typeface="TeX Gyre Adventor"/>
              </a:defRPr>
            </a:pPr>
            <a:r>
              <a:rPr sz="1350" b="1" i="0">
                <a:solidFill>
                  <a:srgbClr val="21281F"/>
                </a:solidFill>
                <a:latin typeface="TeX Gyre Adventor"/>
                <a:ea typeface="TeX Gyre Adventor"/>
                <a:cs typeface="TeX Gyre Adventor"/>
              </a:rPr>
              <a:t>Check each fact, then save</a:t>
            </a:r>
          </a:p>
        </p:txBody>
      </p:sp>
      <p:sp>
        <p:nvSpPr>
          <p:cNvPr id="11" name="element-32">
            <a:extLst xmlns:a="http://schemas.openxmlformats.org/drawingml/2006/main">
              <a:ext uri="{FF2B5EF4-FFF2-40B4-BE49-F238E27FC236}">
                <a16:creationId xmlns:a16="http://schemas.microsoft.com/office/drawing/2014/main" id="{F0B074FD-8F37-43FE-B368-3D4663DB4EBB}"/>
              </a:ext>
            </a:extLst>
          </p:cNvPr>
          <p:cNvSpPr>
            <a:spLocks xmlns:a="http://schemas.openxmlformats.org/drawingml/2006/main" noGrp="1"/>
          </p:cNvSpPr>
          <p:nvPr/>
        </p:nvSpPr>
        <p:spPr>
          <a:xfrm xmlns:a="http://schemas.openxmlformats.org/drawingml/2006/main">
            <a:off x="6219825" y="3733800"/>
            <a:ext cx="23907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67685E"/>
                </a:solidFill>
                <a:latin typeface="TeX Gyre Adventor"/>
                <a:ea typeface="TeX Gyre Adventor"/>
                <a:cs typeface="TeX Gyre Adventor"/>
              </a:defRPr>
            </a:defPPr>
            <a:lvl1pPr algn="l">
              <a:defRPr sz="1125" b="0" i="0">
                <a:solidFill>
                  <a:srgbClr val="67685E"/>
                </a:solidFill>
                <a:latin typeface="TeX Gyre Adventor"/>
                <a:ea typeface="TeX Gyre Adventor"/>
                <a:cs typeface="TeX Gyre Adventor"/>
              </a:defRPr>
            </a:lvl1pPr>
            <a:lvl2pPr algn="l">
              <a:defRPr sz="1125" b="0" i="0">
                <a:solidFill>
                  <a:srgbClr val="67685E"/>
                </a:solidFill>
                <a:latin typeface="TeX Gyre Adventor"/>
                <a:ea typeface="TeX Gyre Adventor"/>
                <a:cs typeface="TeX Gyre Adventor"/>
              </a:defRPr>
            </a:lvl2pPr>
            <a:lvl3pPr algn="l">
              <a:defRPr sz="1125" b="0" i="0">
                <a:solidFill>
                  <a:srgbClr val="67685E"/>
                </a:solidFill>
                <a:latin typeface="TeX Gyre Adventor"/>
                <a:ea typeface="TeX Gyre Adventor"/>
                <a:cs typeface="TeX Gyre Adventor"/>
              </a:defRPr>
            </a:lvl3pPr>
            <a:lvl4pPr algn="l">
              <a:defRPr sz="1125" b="0" i="0">
                <a:solidFill>
                  <a:srgbClr val="67685E"/>
                </a:solidFill>
                <a:latin typeface="TeX Gyre Adventor"/>
                <a:ea typeface="TeX Gyre Adventor"/>
                <a:cs typeface="TeX Gyre Adventor"/>
              </a:defRPr>
            </a:lvl4pPr>
            <a:lvl5pPr algn="l">
              <a:defRPr sz="1125" b="0" i="0">
                <a:solidFill>
                  <a:srgbClr val="67685E"/>
                </a:solidFill>
                <a:latin typeface="TeX Gyre Adventor"/>
                <a:ea typeface="TeX Gyre Adventor"/>
                <a:cs typeface="TeX Gyre Adventor"/>
              </a:defRPr>
            </a:lvl5pPr>
            <a:lvl6pPr algn="l">
              <a:defRPr sz="1125" b="0" i="0">
                <a:solidFill>
                  <a:srgbClr val="67685E"/>
                </a:solidFill>
                <a:latin typeface="TeX Gyre Adventor"/>
                <a:ea typeface="TeX Gyre Adventor"/>
                <a:cs typeface="TeX Gyre Adventor"/>
              </a:defRPr>
            </a:lvl6pPr>
            <a:lvl7pPr algn="l">
              <a:defRPr sz="1125" b="0" i="0">
                <a:solidFill>
                  <a:srgbClr val="67685E"/>
                </a:solidFill>
                <a:latin typeface="TeX Gyre Adventor"/>
                <a:ea typeface="TeX Gyre Adventor"/>
                <a:cs typeface="TeX Gyre Adventor"/>
              </a:defRPr>
            </a:lvl7pPr>
            <a:lvl8pPr algn="l">
              <a:defRPr sz="1125" b="0" i="0">
                <a:solidFill>
                  <a:srgbClr val="67685E"/>
                </a:solidFill>
                <a:latin typeface="TeX Gyre Adventor"/>
                <a:ea typeface="TeX Gyre Adventor"/>
                <a:cs typeface="TeX Gyre Adventor"/>
              </a:defRPr>
            </a:lvl8pPr>
            <a:lvl9pPr algn="l">
              <a:defRPr sz="1125" b="0" i="0">
                <a:solidFill>
                  <a:srgbClr val="67685E"/>
                </a:solidFill>
                <a:latin typeface="TeX Gyre Adventor"/>
                <a:ea typeface="TeX Gyre Adventor"/>
                <a:cs typeface="TeX Gyre Adventor"/>
              </a:defRPr>
            </a:lvl9pPr>
          </a:lstStyle>
          <a:p xmlns:a="http://schemas.openxmlformats.org/drawingml/2006/main">
            <a:pPr algn="l">
              <a:defRPr sz="1125" b="0" i="0">
                <a:solidFill>
                  <a:srgbClr val="67685E"/>
                </a:solidFill>
                <a:latin typeface="TeX Gyre Adventor"/>
                <a:ea typeface="TeX Gyre Adventor"/>
                <a:cs typeface="TeX Gyre Adventor"/>
              </a:defRPr>
            </a:pPr>
            <a:r>
              <a:rPr sz="1125" b="0" i="0">
                <a:solidFill>
                  <a:srgbClr val="67685E"/>
                </a:solidFill>
                <a:latin typeface="TeX Gyre Adventor"/>
                <a:ea typeface="TeX Gyre Adventor"/>
                <a:cs typeface="TeX Gyre Adventor"/>
              </a:rPr>
              <a:t>Only selected facts enter your editable draft.</a:t>
            </a:r>
          </a:p>
        </p:txBody>
      </p:sp>
      <p:sp>
        <p:nvSpPr>
          <p:cNvPr id="12" name="element-33">
            <a:extLst xmlns:a="http://schemas.openxmlformats.org/drawingml/2006/main">
              <a:ext uri="{FF2B5EF4-FFF2-40B4-BE49-F238E27FC236}">
                <a16:creationId xmlns:a16="http://schemas.microsoft.com/office/drawing/2014/main" id="{6DAC00F3-5D64-479A-90EB-0F7F1614B7FD}"/>
              </a:ext>
            </a:extLst>
          </p:cNvPr>
          <p:cNvSpPr>
            <a:spLocks xmlns:a="http://schemas.openxmlformats.org/drawingml/2006/main" noGrp="1"/>
          </p:cNvSpPr>
          <p:nvPr/>
        </p:nvSpPr>
        <p:spPr>
          <a:xfrm xmlns:a="http://schemas.openxmlformats.org/drawingml/2006/main">
            <a:off x="5905500" y="4267200"/>
            <a:ext cx="2724150" cy="9525"/>
          </a:xfrm>
          <a:prstGeom xmlns:a="http://schemas.openxmlformats.org/drawingml/2006/main" prst="rect">
            <a:avLst/>
          </a:prstGeom>
          <a:solidFill xmlns:a="http://schemas.openxmlformats.org/drawingml/2006/main">
            <a:srgbClr val="DACFC0"/>
          </a:solidFill>
          <a:ln xmlns:a="http://schemas.openxmlformats.org/drawingml/2006/main" w="0">
            <a:noFill/>
            <a:prstDash val="solid"/>
          </a:ln>
        </p:spPr>
      </p:sp>
      <p:sp>
        <p:nvSpPr>
          <p:cNvPr id="13" name="element-34">
            <a:extLst xmlns:a="http://schemas.openxmlformats.org/drawingml/2006/main">
              <a:ext uri="{FF2B5EF4-FFF2-40B4-BE49-F238E27FC236}">
                <a16:creationId xmlns:a16="http://schemas.microsoft.com/office/drawing/2014/main" id="{DB10685F-85A7-4234-BB2F-B3FDEB20EC15}"/>
              </a:ext>
            </a:extLst>
          </p:cNvPr>
          <p:cNvSpPr>
            <a:spLocks xmlns:a="http://schemas.openxmlformats.org/drawingml/2006/main" noGrp="1"/>
          </p:cNvSpPr>
          <p:nvPr/>
        </p:nvSpPr>
        <p:spPr>
          <a:xfrm xmlns:a="http://schemas.openxmlformats.org/drawingml/2006/main">
            <a:off x="5905500" y="4381500"/>
            <a:ext cx="2724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67685E"/>
                </a:solidFill>
                <a:latin typeface="TeX Gyre Adventor"/>
                <a:ea typeface="TeX Gyre Adventor"/>
                <a:cs typeface="TeX Gyre Adventor"/>
              </a:defRPr>
            </a:defPPr>
            <a:lvl1pPr algn="l">
              <a:defRPr sz="1125" b="0" i="0">
                <a:solidFill>
                  <a:srgbClr val="67685E"/>
                </a:solidFill>
                <a:latin typeface="TeX Gyre Adventor"/>
                <a:ea typeface="TeX Gyre Adventor"/>
                <a:cs typeface="TeX Gyre Adventor"/>
              </a:defRPr>
            </a:lvl1pPr>
            <a:lvl2pPr algn="l">
              <a:defRPr sz="1125" b="0" i="0">
                <a:solidFill>
                  <a:srgbClr val="67685E"/>
                </a:solidFill>
                <a:latin typeface="TeX Gyre Adventor"/>
                <a:ea typeface="TeX Gyre Adventor"/>
                <a:cs typeface="TeX Gyre Adventor"/>
              </a:defRPr>
            </a:lvl2pPr>
            <a:lvl3pPr algn="l">
              <a:defRPr sz="1125" b="0" i="0">
                <a:solidFill>
                  <a:srgbClr val="67685E"/>
                </a:solidFill>
                <a:latin typeface="TeX Gyre Adventor"/>
                <a:ea typeface="TeX Gyre Adventor"/>
                <a:cs typeface="TeX Gyre Adventor"/>
              </a:defRPr>
            </a:lvl3pPr>
            <a:lvl4pPr algn="l">
              <a:defRPr sz="1125" b="0" i="0">
                <a:solidFill>
                  <a:srgbClr val="67685E"/>
                </a:solidFill>
                <a:latin typeface="TeX Gyre Adventor"/>
                <a:ea typeface="TeX Gyre Adventor"/>
                <a:cs typeface="TeX Gyre Adventor"/>
              </a:defRPr>
            </a:lvl4pPr>
            <a:lvl5pPr algn="l">
              <a:defRPr sz="1125" b="0" i="0">
                <a:solidFill>
                  <a:srgbClr val="67685E"/>
                </a:solidFill>
                <a:latin typeface="TeX Gyre Adventor"/>
                <a:ea typeface="TeX Gyre Adventor"/>
                <a:cs typeface="TeX Gyre Adventor"/>
              </a:defRPr>
            </a:lvl5pPr>
            <a:lvl6pPr algn="l">
              <a:defRPr sz="1125" b="0" i="0">
                <a:solidFill>
                  <a:srgbClr val="67685E"/>
                </a:solidFill>
                <a:latin typeface="TeX Gyre Adventor"/>
                <a:ea typeface="TeX Gyre Adventor"/>
                <a:cs typeface="TeX Gyre Adventor"/>
              </a:defRPr>
            </a:lvl6pPr>
            <a:lvl7pPr algn="l">
              <a:defRPr sz="1125" b="0" i="0">
                <a:solidFill>
                  <a:srgbClr val="67685E"/>
                </a:solidFill>
                <a:latin typeface="TeX Gyre Adventor"/>
                <a:ea typeface="TeX Gyre Adventor"/>
                <a:cs typeface="TeX Gyre Adventor"/>
              </a:defRPr>
            </a:lvl7pPr>
            <a:lvl8pPr algn="l">
              <a:defRPr sz="1125" b="0" i="0">
                <a:solidFill>
                  <a:srgbClr val="67685E"/>
                </a:solidFill>
                <a:latin typeface="TeX Gyre Adventor"/>
                <a:ea typeface="TeX Gyre Adventor"/>
                <a:cs typeface="TeX Gyre Adventor"/>
              </a:defRPr>
            </a:lvl8pPr>
            <a:lvl9pPr algn="l">
              <a:defRPr sz="1125" b="0" i="0">
                <a:solidFill>
                  <a:srgbClr val="67685E"/>
                </a:solidFill>
                <a:latin typeface="TeX Gyre Adventor"/>
                <a:ea typeface="TeX Gyre Adventor"/>
                <a:cs typeface="TeX Gyre Adventor"/>
              </a:defRPr>
            </a:lvl9pPr>
          </a:lstStyle>
          <a:p xmlns:a="http://schemas.openxmlformats.org/drawingml/2006/main">
            <a:pPr algn="l">
              <a:defRPr sz="1125" b="0" i="0">
                <a:solidFill>
                  <a:srgbClr val="67685E"/>
                </a:solidFill>
                <a:latin typeface="TeX Gyre Adventor"/>
                <a:ea typeface="TeX Gyre Adventor"/>
                <a:cs typeface="TeX Gyre Adventor"/>
              </a:defRPr>
            </a:pPr>
            <a:r>
              <a:rPr sz="1125" b="0" i="0">
                <a:solidFill>
                  <a:srgbClr val="67685E"/>
                </a:solidFill>
                <a:latin typeface="TeX Gyre Adventor"/>
                <a:ea typeface="TeX Gyre Adventor"/>
                <a:cs typeface="TeX Gyre Adventor"/>
              </a:rPr>
              <a:t>Later: revisit pages by year, person or place.</a:t>
            </a:r>
          </a:p>
        </p:txBody>
      </p:sp>
      <p:sp>
        <p:nvSpPr>
          <p:cNvPr id="14" name="element-35">
            <a:extLst xmlns:a="http://schemas.openxmlformats.org/drawingml/2006/main">
              <a:ext uri="{FF2B5EF4-FFF2-40B4-BE49-F238E27FC236}">
                <a16:creationId xmlns:a16="http://schemas.microsoft.com/office/drawing/2014/main" id="{82307CEF-66CF-4F29-AF20-59E860C376D0}"/>
              </a:ext>
            </a:extLst>
          </p:cNvPr>
          <p:cNvSpPr>
            <a:spLocks xmlns:a="http://schemas.openxmlformats.org/drawingml/2006/main" noGrp="1"/>
          </p:cNvSpPr>
          <p:nvPr/>
        </p:nvSpPr>
        <p:spPr>
          <a:xfrm xmlns:a="http://schemas.openxmlformats.org/drawingml/2006/main">
            <a:off x="8286750" y="4857750"/>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25" b="0" i="0">
                <a:solidFill>
                  <a:srgbClr val="67685E"/>
                </a:solidFill>
                <a:latin typeface="TeX Gyre Adventor"/>
                <a:ea typeface="TeX Gyre Adventor"/>
                <a:cs typeface="TeX Gyre Adventor"/>
              </a:defRPr>
            </a:defPPr>
            <a:lvl1pPr algn="r">
              <a:defRPr sz="825" b="0" i="0">
                <a:solidFill>
                  <a:srgbClr val="67685E"/>
                </a:solidFill>
                <a:latin typeface="TeX Gyre Adventor"/>
                <a:ea typeface="TeX Gyre Adventor"/>
                <a:cs typeface="TeX Gyre Adventor"/>
              </a:defRPr>
            </a:lvl1pPr>
            <a:lvl2pPr algn="r">
              <a:defRPr sz="825" b="0" i="0">
                <a:solidFill>
                  <a:srgbClr val="67685E"/>
                </a:solidFill>
                <a:latin typeface="TeX Gyre Adventor"/>
                <a:ea typeface="TeX Gyre Adventor"/>
                <a:cs typeface="TeX Gyre Adventor"/>
              </a:defRPr>
            </a:lvl2pPr>
            <a:lvl3pPr algn="r">
              <a:defRPr sz="825" b="0" i="0">
                <a:solidFill>
                  <a:srgbClr val="67685E"/>
                </a:solidFill>
                <a:latin typeface="TeX Gyre Adventor"/>
                <a:ea typeface="TeX Gyre Adventor"/>
                <a:cs typeface="TeX Gyre Adventor"/>
              </a:defRPr>
            </a:lvl3pPr>
            <a:lvl4pPr algn="r">
              <a:defRPr sz="825" b="0" i="0">
                <a:solidFill>
                  <a:srgbClr val="67685E"/>
                </a:solidFill>
                <a:latin typeface="TeX Gyre Adventor"/>
                <a:ea typeface="TeX Gyre Adventor"/>
                <a:cs typeface="TeX Gyre Adventor"/>
              </a:defRPr>
            </a:lvl4pPr>
            <a:lvl5pPr algn="r">
              <a:defRPr sz="825" b="0" i="0">
                <a:solidFill>
                  <a:srgbClr val="67685E"/>
                </a:solidFill>
                <a:latin typeface="TeX Gyre Adventor"/>
                <a:ea typeface="TeX Gyre Adventor"/>
                <a:cs typeface="TeX Gyre Adventor"/>
              </a:defRPr>
            </a:lvl5pPr>
            <a:lvl6pPr algn="r">
              <a:defRPr sz="825" b="0" i="0">
                <a:solidFill>
                  <a:srgbClr val="67685E"/>
                </a:solidFill>
                <a:latin typeface="TeX Gyre Adventor"/>
                <a:ea typeface="TeX Gyre Adventor"/>
                <a:cs typeface="TeX Gyre Adventor"/>
              </a:defRPr>
            </a:lvl6pPr>
            <a:lvl7pPr algn="r">
              <a:defRPr sz="825" b="0" i="0">
                <a:solidFill>
                  <a:srgbClr val="67685E"/>
                </a:solidFill>
                <a:latin typeface="TeX Gyre Adventor"/>
                <a:ea typeface="TeX Gyre Adventor"/>
                <a:cs typeface="TeX Gyre Adventor"/>
              </a:defRPr>
            </a:lvl7pPr>
            <a:lvl8pPr algn="r">
              <a:defRPr sz="825" b="0" i="0">
                <a:solidFill>
                  <a:srgbClr val="67685E"/>
                </a:solidFill>
                <a:latin typeface="TeX Gyre Adventor"/>
                <a:ea typeface="TeX Gyre Adventor"/>
                <a:cs typeface="TeX Gyre Adventor"/>
              </a:defRPr>
            </a:lvl8pPr>
            <a:lvl9pPr algn="r">
              <a:defRPr sz="825" b="0" i="0">
                <a:solidFill>
                  <a:srgbClr val="67685E"/>
                </a:solidFill>
                <a:latin typeface="TeX Gyre Adventor"/>
                <a:ea typeface="TeX Gyre Adventor"/>
                <a:cs typeface="TeX Gyre Adventor"/>
              </a:defRPr>
            </a:lvl9pPr>
          </a:lstStyle>
          <a:p xmlns:a="http://schemas.openxmlformats.org/drawingml/2006/main">
            <a:pPr algn="r">
              <a:defRPr sz="825" b="0" i="0">
                <a:solidFill>
                  <a:srgbClr val="67685E"/>
                </a:solidFill>
                <a:latin typeface="TeX Gyre Adventor"/>
                <a:ea typeface="TeX Gyre Adventor"/>
                <a:cs typeface="TeX Gyre Adventor"/>
              </a:defRPr>
            </a:pPr>
            <a:r>
              <a:rPr sz="825" b="0" i="0">
                <a:solidFill>
                  <a:srgbClr val="67685E"/>
                </a:solidFill>
                <a:latin typeface="TeX Gyre Adventor"/>
                <a:ea typeface="TeX Gyre Adventor"/>
                <a:cs typeface="TeX Gyre Adventor"/>
              </a:rPr>
              <a:t>3 / 8</a:t>
            </a:r>
          </a:p>
        </p:txBody>
      </p:sp>
    </p:spTree>
    <p:extLst>
      <p:ext uri="{BB962C8B-B14F-4D97-AF65-F5344CB8AC3E}">
        <p14:creationId xmlns:p14="http://schemas.microsoft.com/office/powerpoint/2010/main" val="1165804383"/>
      </p:ext>
    </p:extLst>
  </p:cSld>
</p:sld>
</file>

<file path=ppt/slides/slide4.xml><?xml version="1.0" encoding="utf-8"?>
<p:sld xmlns:p="http://schemas.openxmlformats.org/presentationml/2006/main">
  <p:cSld>
    <p:bg>
      <p:bgPr>
        <a:solidFill xmlns:a="http://schemas.openxmlformats.org/drawingml/2006/main">
          <a:srgbClr val="F6EFE6"/>
        </a:solidFill>
      </p:bgPr>
    </p:bg>
    <p:spTree>
      <p:nvGrpSpPr>
        <p:cNvPr id="1" name=""/>
        <p:cNvGrpSpPr/>
        <p:nvPr/>
      </p:nvGrpSpPr>
      <p:grpSpPr>
        <a:xfrm xmlns:a="http://schemas.openxmlformats.org/drawingml/2006/main"/>
      </p:grpSpPr>
      <p:sp>
        <p:nvSpPr>
          <p:cNvPr id="22" name="element-36">
            <a:extLst xmlns:a="http://schemas.openxmlformats.org/drawingml/2006/main">
              <a:ext uri="{FF2B5EF4-FFF2-40B4-BE49-F238E27FC236}">
                <a16:creationId xmlns:a16="http://schemas.microsoft.com/office/drawing/2014/main" id="{073DD769-354E-492A-8CFF-993C37EF4E09}"/>
              </a:ext>
            </a:extLst>
          </p:cNvPr>
          <p:cNvSpPr>
            <a:spLocks xmlns:a="http://schemas.openxmlformats.org/drawingml/2006/main" noGrp="1"/>
          </p:cNvSpPr>
          <p:nvPr/>
        </p:nvSpPr>
        <p:spPr>
          <a:xfrm xmlns:a="http://schemas.openxmlformats.org/drawingml/2006/main">
            <a:off x="514350" y="22860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21281F"/>
                </a:solidFill>
                <a:latin typeface="TeX Gyre Schola"/>
                <a:ea typeface="TeX Gyre Schola"/>
                <a:cs typeface="TeX Gyre Schola"/>
              </a:defRPr>
            </a:defPPr>
            <a:lvl1pPr algn="l">
              <a:defRPr sz="2550" b="1" i="0">
                <a:solidFill>
                  <a:srgbClr val="21281F"/>
                </a:solidFill>
                <a:latin typeface="TeX Gyre Schola"/>
                <a:ea typeface="TeX Gyre Schola"/>
                <a:cs typeface="TeX Gyre Schola"/>
              </a:defRPr>
            </a:lvl1pPr>
            <a:lvl2pPr algn="l">
              <a:defRPr sz="2550" b="1" i="0">
                <a:solidFill>
                  <a:srgbClr val="21281F"/>
                </a:solidFill>
                <a:latin typeface="TeX Gyre Schola"/>
                <a:ea typeface="TeX Gyre Schola"/>
                <a:cs typeface="TeX Gyre Schola"/>
              </a:defRPr>
            </a:lvl2pPr>
            <a:lvl3pPr algn="l">
              <a:defRPr sz="2550" b="1" i="0">
                <a:solidFill>
                  <a:srgbClr val="21281F"/>
                </a:solidFill>
                <a:latin typeface="TeX Gyre Schola"/>
                <a:ea typeface="TeX Gyre Schola"/>
                <a:cs typeface="TeX Gyre Schola"/>
              </a:defRPr>
            </a:lvl3pPr>
            <a:lvl4pPr algn="l">
              <a:defRPr sz="2550" b="1" i="0">
                <a:solidFill>
                  <a:srgbClr val="21281F"/>
                </a:solidFill>
                <a:latin typeface="TeX Gyre Schola"/>
                <a:ea typeface="TeX Gyre Schola"/>
                <a:cs typeface="TeX Gyre Schola"/>
              </a:defRPr>
            </a:lvl4pPr>
            <a:lvl5pPr algn="l">
              <a:defRPr sz="2550" b="1" i="0">
                <a:solidFill>
                  <a:srgbClr val="21281F"/>
                </a:solidFill>
                <a:latin typeface="TeX Gyre Schola"/>
                <a:ea typeface="TeX Gyre Schola"/>
                <a:cs typeface="TeX Gyre Schola"/>
              </a:defRPr>
            </a:lvl5pPr>
            <a:lvl6pPr algn="l">
              <a:defRPr sz="2550" b="1" i="0">
                <a:solidFill>
                  <a:srgbClr val="21281F"/>
                </a:solidFill>
                <a:latin typeface="TeX Gyre Schola"/>
                <a:ea typeface="TeX Gyre Schola"/>
                <a:cs typeface="TeX Gyre Schola"/>
              </a:defRPr>
            </a:lvl6pPr>
            <a:lvl7pPr algn="l">
              <a:defRPr sz="2550" b="1" i="0">
                <a:solidFill>
                  <a:srgbClr val="21281F"/>
                </a:solidFill>
                <a:latin typeface="TeX Gyre Schola"/>
                <a:ea typeface="TeX Gyre Schola"/>
                <a:cs typeface="TeX Gyre Schola"/>
              </a:defRPr>
            </a:lvl7pPr>
            <a:lvl8pPr algn="l">
              <a:defRPr sz="2550" b="1" i="0">
                <a:solidFill>
                  <a:srgbClr val="21281F"/>
                </a:solidFill>
                <a:latin typeface="TeX Gyre Schola"/>
                <a:ea typeface="TeX Gyre Schola"/>
                <a:cs typeface="TeX Gyre Schola"/>
              </a:defRPr>
            </a:lvl8pPr>
            <a:lvl9pPr algn="l">
              <a:defRPr sz="2550" b="1" i="0">
                <a:solidFill>
                  <a:srgbClr val="21281F"/>
                </a:solidFill>
                <a:latin typeface="TeX Gyre Schola"/>
                <a:ea typeface="TeX Gyre Schola"/>
                <a:cs typeface="TeX Gyre Schola"/>
              </a:defRPr>
            </a:lvl9pPr>
          </a:lstStyle>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TinyFish reads the event page. You approve</a:t>
            </a:r>
          </a:p>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what it finds.</a:t>
            </a:r>
          </a:p>
        </p:txBody>
      </p:sp>
      <p:sp>
        <p:nvSpPr>
          <p:cNvPr id="2" name="element-37">
            <a:extLst xmlns:a="http://schemas.openxmlformats.org/drawingml/2006/main">
              <a:ext uri="{FF2B5EF4-FFF2-40B4-BE49-F238E27FC236}">
                <a16:creationId xmlns:a16="http://schemas.microsoft.com/office/drawing/2014/main" id="{3F7E36D7-0A09-4D60-825C-D91E966797C0}"/>
              </a:ext>
            </a:extLst>
          </p:cNvPr>
          <p:cNvSpPr>
            <a:spLocks xmlns:a="http://schemas.openxmlformats.org/drawingml/2006/main" noGrp="1"/>
          </p:cNvSpPr>
          <p:nvPr/>
        </p:nvSpPr>
        <p:spPr>
          <a:xfrm xmlns:a="http://schemas.openxmlformats.org/drawingml/2006/main">
            <a:off x="514350" y="1362075"/>
            <a:ext cx="1943100" cy="990600"/>
          </a:xfrm>
          <a:prstGeom xmlns:a="http://schemas.openxmlformats.org/drawingml/2006/main" prst="rect">
            <a:avLst/>
          </a:prstGeom>
          <a:solidFill xmlns:a="http://schemas.openxmlformats.org/drawingml/2006/main">
            <a:srgbClr val="FFFCF7"/>
          </a:solidFill>
          <a:ln xmlns:a="http://schemas.openxmlformats.org/drawingml/2006/main" w="9525">
            <a:solidFill>
              <a:srgbClr val="21281F"/>
            </a:solidFill>
            <a:prstDash val="solid"/>
          </a:ln>
        </p:spPr>
      </p:sp>
      <p:sp>
        <p:nvSpPr>
          <p:cNvPr id="3" name="element-38">
            <a:extLst xmlns:a="http://schemas.openxmlformats.org/drawingml/2006/main">
              <a:ext uri="{FF2B5EF4-FFF2-40B4-BE49-F238E27FC236}">
                <a16:creationId xmlns:a16="http://schemas.microsoft.com/office/drawing/2014/main" id="{96254234-8A57-4215-8352-E62CAE511588}"/>
              </a:ext>
            </a:extLst>
          </p:cNvPr>
          <p:cNvSpPr>
            <a:spLocks xmlns:a="http://schemas.openxmlformats.org/drawingml/2006/main" noGrp="1"/>
          </p:cNvSpPr>
          <p:nvPr/>
        </p:nvSpPr>
        <p:spPr>
          <a:xfrm xmlns:a="http://schemas.openxmlformats.org/drawingml/2006/main">
            <a:off x="628650" y="14954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i="0">
                <a:solidFill>
                  <a:srgbClr val="21281F"/>
                </a:solidFill>
                <a:latin typeface="TeX Gyre Adventor"/>
                <a:ea typeface="TeX Gyre Adventor"/>
                <a:cs typeface="TeX Gyre Adventor"/>
              </a:defRPr>
            </a:defPPr>
            <a:lvl1pPr algn="l">
              <a:defRPr sz="1200" b="1" i="0">
                <a:solidFill>
                  <a:srgbClr val="21281F"/>
                </a:solidFill>
                <a:latin typeface="TeX Gyre Adventor"/>
                <a:ea typeface="TeX Gyre Adventor"/>
                <a:cs typeface="TeX Gyre Adventor"/>
              </a:defRPr>
            </a:lvl1pPr>
            <a:lvl2pPr algn="l">
              <a:defRPr sz="1200" b="1" i="0">
                <a:solidFill>
                  <a:srgbClr val="21281F"/>
                </a:solidFill>
                <a:latin typeface="TeX Gyre Adventor"/>
                <a:ea typeface="TeX Gyre Adventor"/>
                <a:cs typeface="TeX Gyre Adventor"/>
              </a:defRPr>
            </a:lvl2pPr>
            <a:lvl3pPr algn="l">
              <a:defRPr sz="1200" b="1" i="0">
                <a:solidFill>
                  <a:srgbClr val="21281F"/>
                </a:solidFill>
                <a:latin typeface="TeX Gyre Adventor"/>
                <a:ea typeface="TeX Gyre Adventor"/>
                <a:cs typeface="TeX Gyre Adventor"/>
              </a:defRPr>
            </a:lvl3pPr>
            <a:lvl4pPr algn="l">
              <a:defRPr sz="1200" b="1" i="0">
                <a:solidFill>
                  <a:srgbClr val="21281F"/>
                </a:solidFill>
                <a:latin typeface="TeX Gyre Adventor"/>
                <a:ea typeface="TeX Gyre Adventor"/>
                <a:cs typeface="TeX Gyre Adventor"/>
              </a:defRPr>
            </a:lvl4pPr>
            <a:lvl5pPr algn="l">
              <a:defRPr sz="1200" b="1" i="0">
                <a:solidFill>
                  <a:srgbClr val="21281F"/>
                </a:solidFill>
                <a:latin typeface="TeX Gyre Adventor"/>
                <a:ea typeface="TeX Gyre Adventor"/>
                <a:cs typeface="TeX Gyre Adventor"/>
              </a:defRPr>
            </a:lvl5pPr>
            <a:lvl6pPr algn="l">
              <a:defRPr sz="1200" b="1" i="0">
                <a:solidFill>
                  <a:srgbClr val="21281F"/>
                </a:solidFill>
                <a:latin typeface="TeX Gyre Adventor"/>
                <a:ea typeface="TeX Gyre Adventor"/>
                <a:cs typeface="TeX Gyre Adventor"/>
              </a:defRPr>
            </a:lvl6pPr>
            <a:lvl7pPr algn="l">
              <a:defRPr sz="1200" b="1" i="0">
                <a:solidFill>
                  <a:srgbClr val="21281F"/>
                </a:solidFill>
                <a:latin typeface="TeX Gyre Adventor"/>
                <a:ea typeface="TeX Gyre Adventor"/>
                <a:cs typeface="TeX Gyre Adventor"/>
              </a:defRPr>
            </a:lvl7pPr>
            <a:lvl8pPr algn="l">
              <a:defRPr sz="1200" b="1" i="0">
                <a:solidFill>
                  <a:srgbClr val="21281F"/>
                </a:solidFill>
                <a:latin typeface="TeX Gyre Adventor"/>
                <a:ea typeface="TeX Gyre Adventor"/>
                <a:cs typeface="TeX Gyre Adventor"/>
              </a:defRPr>
            </a:lvl8pPr>
            <a:lvl9pPr algn="l">
              <a:defRPr sz="1200" b="1" i="0">
                <a:solidFill>
                  <a:srgbClr val="21281F"/>
                </a:solidFill>
                <a:latin typeface="TeX Gyre Adventor"/>
                <a:ea typeface="TeX Gyre Adventor"/>
                <a:cs typeface="TeX Gyre Adventor"/>
              </a:defRPr>
            </a:lvl9pPr>
          </a:lstStyle>
          <a:p xmlns:a="http://schemas.openxmlformats.org/drawingml/2006/main">
            <a:pPr algn="l">
              <a:defRPr sz="1200" b="1" i="0">
                <a:solidFill>
                  <a:srgbClr val="21281F"/>
                </a:solidFill>
                <a:latin typeface="TeX Gyre Adventor"/>
                <a:ea typeface="TeX Gyre Adventor"/>
                <a:cs typeface="TeX Gyre Adventor"/>
              </a:defRPr>
            </a:pPr>
            <a:r>
              <a:rPr sz="1200" b="1" i="0">
                <a:solidFill>
                  <a:srgbClr val="21281F"/>
                </a:solidFill>
                <a:latin typeface="TeX Gyre Adventor"/>
                <a:ea typeface="TeX Gyre Adventor"/>
                <a:cs typeface="TeX Gyre Adventor"/>
              </a:rPr>
              <a:t>1. Public event link</a:t>
            </a:r>
          </a:p>
        </p:txBody>
      </p:sp>
      <p:sp>
        <p:nvSpPr>
          <p:cNvPr id="4" name="element-39">
            <a:extLst xmlns:a="http://schemas.openxmlformats.org/drawingml/2006/main">
              <a:ext uri="{FF2B5EF4-FFF2-40B4-BE49-F238E27FC236}">
                <a16:creationId xmlns:a16="http://schemas.microsoft.com/office/drawing/2014/main" id="{9E2C9D0F-5760-4E4D-BB51-EC636751D5A7}"/>
              </a:ext>
            </a:extLst>
          </p:cNvPr>
          <p:cNvSpPr>
            <a:spLocks xmlns:a="http://schemas.openxmlformats.org/drawingml/2006/main" noGrp="1"/>
          </p:cNvSpPr>
          <p:nvPr/>
        </p:nvSpPr>
        <p:spPr>
          <a:xfrm xmlns:a="http://schemas.openxmlformats.org/drawingml/2006/main">
            <a:off x="628650" y="1809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21281F"/>
                </a:solidFill>
                <a:latin typeface="TeX Gyre Adventor"/>
                <a:ea typeface="TeX Gyre Adventor"/>
                <a:cs typeface="TeX Gyre Adventor"/>
              </a:defRPr>
            </a:defPPr>
            <a:lvl1pPr algn="l">
              <a:defRPr sz="1125" b="0" i="0">
                <a:solidFill>
                  <a:srgbClr val="21281F"/>
                </a:solidFill>
                <a:latin typeface="TeX Gyre Adventor"/>
                <a:ea typeface="TeX Gyre Adventor"/>
                <a:cs typeface="TeX Gyre Adventor"/>
              </a:defRPr>
            </a:lvl1pPr>
            <a:lvl2pPr algn="l">
              <a:defRPr sz="1125" b="0" i="0">
                <a:solidFill>
                  <a:srgbClr val="21281F"/>
                </a:solidFill>
                <a:latin typeface="TeX Gyre Adventor"/>
                <a:ea typeface="TeX Gyre Adventor"/>
                <a:cs typeface="TeX Gyre Adventor"/>
              </a:defRPr>
            </a:lvl2pPr>
            <a:lvl3pPr algn="l">
              <a:defRPr sz="1125" b="0" i="0">
                <a:solidFill>
                  <a:srgbClr val="21281F"/>
                </a:solidFill>
                <a:latin typeface="TeX Gyre Adventor"/>
                <a:ea typeface="TeX Gyre Adventor"/>
                <a:cs typeface="TeX Gyre Adventor"/>
              </a:defRPr>
            </a:lvl3pPr>
            <a:lvl4pPr algn="l">
              <a:defRPr sz="1125" b="0" i="0">
                <a:solidFill>
                  <a:srgbClr val="21281F"/>
                </a:solidFill>
                <a:latin typeface="TeX Gyre Adventor"/>
                <a:ea typeface="TeX Gyre Adventor"/>
                <a:cs typeface="TeX Gyre Adventor"/>
              </a:defRPr>
            </a:lvl4pPr>
            <a:lvl5pPr algn="l">
              <a:defRPr sz="1125" b="0" i="0">
                <a:solidFill>
                  <a:srgbClr val="21281F"/>
                </a:solidFill>
                <a:latin typeface="TeX Gyre Adventor"/>
                <a:ea typeface="TeX Gyre Adventor"/>
                <a:cs typeface="TeX Gyre Adventor"/>
              </a:defRPr>
            </a:lvl5pPr>
            <a:lvl6pPr algn="l">
              <a:defRPr sz="1125" b="0" i="0">
                <a:solidFill>
                  <a:srgbClr val="21281F"/>
                </a:solidFill>
                <a:latin typeface="TeX Gyre Adventor"/>
                <a:ea typeface="TeX Gyre Adventor"/>
                <a:cs typeface="TeX Gyre Adventor"/>
              </a:defRPr>
            </a:lvl6pPr>
            <a:lvl7pPr algn="l">
              <a:defRPr sz="1125" b="0" i="0">
                <a:solidFill>
                  <a:srgbClr val="21281F"/>
                </a:solidFill>
                <a:latin typeface="TeX Gyre Adventor"/>
                <a:ea typeface="TeX Gyre Adventor"/>
                <a:cs typeface="TeX Gyre Adventor"/>
              </a:defRPr>
            </a:lvl7pPr>
            <a:lvl8pPr algn="l">
              <a:defRPr sz="1125" b="0" i="0">
                <a:solidFill>
                  <a:srgbClr val="21281F"/>
                </a:solidFill>
                <a:latin typeface="TeX Gyre Adventor"/>
                <a:ea typeface="TeX Gyre Adventor"/>
                <a:cs typeface="TeX Gyre Adventor"/>
              </a:defRPr>
            </a:lvl8pPr>
            <a:lvl9pPr algn="l">
              <a:defRPr sz="1125" b="0" i="0">
                <a:solidFill>
                  <a:srgbClr val="21281F"/>
                </a:solidFill>
                <a:latin typeface="TeX Gyre Adventor"/>
                <a:ea typeface="TeX Gyre Adventor"/>
                <a:cs typeface="TeX Gyre Adventor"/>
              </a:defRPr>
            </a:lvl9pPr>
          </a:lstStyle>
          <a:p xmlns:a="http://schemas.openxmlformats.org/drawingml/2006/main">
            <a:pPr algn="l">
              <a:defRPr sz="1125" b="0" i="0">
                <a:solidFill>
                  <a:srgbClr val="21281F"/>
                </a:solidFill>
                <a:latin typeface="TeX Gyre Adventor"/>
                <a:ea typeface="TeX Gyre Adventor"/>
                <a:cs typeface="TeX Gyre Adventor"/>
              </a:defRPr>
            </a:pPr>
            <a:r>
              <a:rPr sz="1125" b="0" i="0">
                <a:solidFill>
                  <a:srgbClr val="21281F"/>
                </a:solidFill>
                <a:latin typeface="TeX Gyre Adventor"/>
                <a:ea typeface="TeX Gyre Adventor"/>
                <a:cs typeface="TeX Gyre Adventor"/>
              </a:rPr>
              <a:t>One URL, supplied by you.</a:t>
            </a:r>
          </a:p>
        </p:txBody>
      </p:sp>
      <p:sp>
        <p:nvSpPr>
          <p:cNvPr id="5" name="element-40">
            <a:extLst xmlns:a="http://schemas.openxmlformats.org/drawingml/2006/main">
              <a:ext uri="{FF2B5EF4-FFF2-40B4-BE49-F238E27FC236}">
                <a16:creationId xmlns:a16="http://schemas.microsoft.com/office/drawing/2014/main" id="{74B5503C-10B3-4587-9C4F-EA424A1AC030}"/>
              </a:ext>
            </a:extLst>
          </p:cNvPr>
          <p:cNvSpPr>
            <a:spLocks xmlns:a="http://schemas.openxmlformats.org/drawingml/2006/main" noGrp="1"/>
          </p:cNvSpPr>
          <p:nvPr/>
        </p:nvSpPr>
        <p:spPr>
          <a:xfrm xmlns:a="http://schemas.openxmlformats.org/drawingml/2006/main">
            <a:off x="2571750" y="1362075"/>
            <a:ext cx="1943100" cy="990600"/>
          </a:xfrm>
          <a:prstGeom xmlns:a="http://schemas.openxmlformats.org/drawingml/2006/main" prst="rect">
            <a:avLst/>
          </a:prstGeom>
          <a:solidFill xmlns:a="http://schemas.openxmlformats.org/drawingml/2006/main">
            <a:srgbClr val="21281F"/>
          </a:solidFill>
          <a:ln xmlns:a="http://schemas.openxmlformats.org/drawingml/2006/main" w="9525">
            <a:solidFill>
              <a:srgbClr val="21281F"/>
            </a:solidFill>
            <a:prstDash val="solid"/>
          </a:ln>
        </p:spPr>
      </p:sp>
      <p:sp>
        <p:nvSpPr>
          <p:cNvPr id="6" name="element-41">
            <a:extLst xmlns:a="http://schemas.openxmlformats.org/drawingml/2006/main">
              <a:ext uri="{FF2B5EF4-FFF2-40B4-BE49-F238E27FC236}">
                <a16:creationId xmlns:a16="http://schemas.microsoft.com/office/drawing/2014/main" id="{A6D4A592-DF12-4C87-8F90-BAD9CD1BFCB1}"/>
              </a:ext>
            </a:extLst>
          </p:cNvPr>
          <p:cNvSpPr>
            <a:spLocks xmlns:a="http://schemas.openxmlformats.org/drawingml/2006/main" noGrp="1"/>
          </p:cNvSpPr>
          <p:nvPr/>
        </p:nvSpPr>
        <p:spPr>
          <a:xfrm xmlns:a="http://schemas.openxmlformats.org/drawingml/2006/main">
            <a:off x="2686050" y="14954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i="0">
                <a:solidFill>
                  <a:srgbClr val="F6EFE6"/>
                </a:solidFill>
                <a:latin typeface="TeX Gyre Adventor"/>
                <a:ea typeface="TeX Gyre Adventor"/>
                <a:cs typeface="TeX Gyre Adventor"/>
              </a:defRPr>
            </a:defPPr>
            <a:lvl1pPr algn="l">
              <a:defRPr sz="1200" b="1" i="0">
                <a:solidFill>
                  <a:srgbClr val="F6EFE6"/>
                </a:solidFill>
                <a:latin typeface="TeX Gyre Adventor"/>
                <a:ea typeface="TeX Gyre Adventor"/>
                <a:cs typeface="TeX Gyre Adventor"/>
              </a:defRPr>
            </a:lvl1pPr>
            <a:lvl2pPr algn="l">
              <a:defRPr sz="1200" b="1" i="0">
                <a:solidFill>
                  <a:srgbClr val="F6EFE6"/>
                </a:solidFill>
                <a:latin typeface="TeX Gyre Adventor"/>
                <a:ea typeface="TeX Gyre Adventor"/>
                <a:cs typeface="TeX Gyre Adventor"/>
              </a:defRPr>
            </a:lvl2pPr>
            <a:lvl3pPr algn="l">
              <a:defRPr sz="1200" b="1" i="0">
                <a:solidFill>
                  <a:srgbClr val="F6EFE6"/>
                </a:solidFill>
                <a:latin typeface="TeX Gyre Adventor"/>
                <a:ea typeface="TeX Gyre Adventor"/>
                <a:cs typeface="TeX Gyre Adventor"/>
              </a:defRPr>
            </a:lvl3pPr>
            <a:lvl4pPr algn="l">
              <a:defRPr sz="1200" b="1" i="0">
                <a:solidFill>
                  <a:srgbClr val="F6EFE6"/>
                </a:solidFill>
                <a:latin typeface="TeX Gyre Adventor"/>
                <a:ea typeface="TeX Gyre Adventor"/>
                <a:cs typeface="TeX Gyre Adventor"/>
              </a:defRPr>
            </a:lvl4pPr>
            <a:lvl5pPr algn="l">
              <a:defRPr sz="1200" b="1" i="0">
                <a:solidFill>
                  <a:srgbClr val="F6EFE6"/>
                </a:solidFill>
                <a:latin typeface="TeX Gyre Adventor"/>
                <a:ea typeface="TeX Gyre Adventor"/>
                <a:cs typeface="TeX Gyre Adventor"/>
              </a:defRPr>
            </a:lvl5pPr>
            <a:lvl6pPr algn="l">
              <a:defRPr sz="1200" b="1" i="0">
                <a:solidFill>
                  <a:srgbClr val="F6EFE6"/>
                </a:solidFill>
                <a:latin typeface="TeX Gyre Adventor"/>
                <a:ea typeface="TeX Gyre Adventor"/>
                <a:cs typeface="TeX Gyre Adventor"/>
              </a:defRPr>
            </a:lvl6pPr>
            <a:lvl7pPr algn="l">
              <a:defRPr sz="1200" b="1" i="0">
                <a:solidFill>
                  <a:srgbClr val="F6EFE6"/>
                </a:solidFill>
                <a:latin typeface="TeX Gyre Adventor"/>
                <a:ea typeface="TeX Gyre Adventor"/>
                <a:cs typeface="TeX Gyre Adventor"/>
              </a:defRPr>
            </a:lvl7pPr>
            <a:lvl8pPr algn="l">
              <a:defRPr sz="1200" b="1" i="0">
                <a:solidFill>
                  <a:srgbClr val="F6EFE6"/>
                </a:solidFill>
                <a:latin typeface="TeX Gyre Adventor"/>
                <a:ea typeface="TeX Gyre Adventor"/>
                <a:cs typeface="TeX Gyre Adventor"/>
              </a:defRPr>
            </a:lvl8pPr>
            <a:lvl9pPr algn="l">
              <a:defRPr sz="1200" b="1" i="0">
                <a:solidFill>
                  <a:srgbClr val="F6EFE6"/>
                </a:solidFill>
                <a:latin typeface="TeX Gyre Adventor"/>
                <a:ea typeface="TeX Gyre Adventor"/>
                <a:cs typeface="TeX Gyre Adventor"/>
              </a:defRPr>
            </a:lvl9pPr>
          </a:lstStyle>
          <a:p xmlns:a="http://schemas.openxmlformats.org/drawingml/2006/main">
            <a:pPr algn="l">
              <a:defRPr sz="1200" b="1" i="0">
                <a:solidFill>
                  <a:srgbClr val="F6EFE6"/>
                </a:solidFill>
                <a:latin typeface="TeX Gyre Adventor"/>
                <a:ea typeface="TeX Gyre Adventor"/>
                <a:cs typeface="TeX Gyre Adventor"/>
              </a:defRPr>
            </a:pPr>
            <a:r>
              <a:rPr sz="1200" b="1" i="0">
                <a:solidFill>
                  <a:srgbClr val="F6EFE6"/>
                </a:solidFill>
                <a:latin typeface="TeX Gyre Adventor"/>
                <a:ea typeface="TeX Gyre Adventor"/>
                <a:cs typeface="TeX Gyre Adventor"/>
              </a:rPr>
              <a:t>2. Browser agent</a:t>
            </a:r>
          </a:p>
        </p:txBody>
      </p:sp>
      <p:sp>
        <p:nvSpPr>
          <p:cNvPr id="7" name="element-42">
            <a:extLst xmlns:a="http://schemas.openxmlformats.org/drawingml/2006/main">
              <a:ext uri="{FF2B5EF4-FFF2-40B4-BE49-F238E27FC236}">
                <a16:creationId xmlns:a16="http://schemas.microsoft.com/office/drawing/2014/main" id="{38C1A3DF-809D-4A60-A9ED-C981BE4592EB}"/>
              </a:ext>
            </a:extLst>
          </p:cNvPr>
          <p:cNvSpPr>
            <a:spLocks xmlns:a="http://schemas.openxmlformats.org/drawingml/2006/main" noGrp="1"/>
          </p:cNvSpPr>
          <p:nvPr/>
        </p:nvSpPr>
        <p:spPr>
          <a:xfrm xmlns:a="http://schemas.openxmlformats.org/drawingml/2006/main">
            <a:off x="2686050" y="1809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F6EFE6"/>
                </a:solidFill>
                <a:latin typeface="TeX Gyre Adventor"/>
                <a:ea typeface="TeX Gyre Adventor"/>
                <a:cs typeface="TeX Gyre Adventor"/>
              </a:defRPr>
            </a:defPPr>
            <a:lvl1pPr algn="l">
              <a:defRPr sz="1125" b="0" i="0">
                <a:solidFill>
                  <a:srgbClr val="F6EFE6"/>
                </a:solidFill>
                <a:latin typeface="TeX Gyre Adventor"/>
                <a:ea typeface="TeX Gyre Adventor"/>
                <a:cs typeface="TeX Gyre Adventor"/>
              </a:defRPr>
            </a:lvl1pPr>
            <a:lvl2pPr algn="l">
              <a:defRPr sz="1125" b="0" i="0">
                <a:solidFill>
                  <a:srgbClr val="F6EFE6"/>
                </a:solidFill>
                <a:latin typeface="TeX Gyre Adventor"/>
                <a:ea typeface="TeX Gyre Adventor"/>
                <a:cs typeface="TeX Gyre Adventor"/>
              </a:defRPr>
            </a:lvl2pPr>
            <a:lvl3pPr algn="l">
              <a:defRPr sz="1125" b="0" i="0">
                <a:solidFill>
                  <a:srgbClr val="F6EFE6"/>
                </a:solidFill>
                <a:latin typeface="TeX Gyre Adventor"/>
                <a:ea typeface="TeX Gyre Adventor"/>
                <a:cs typeface="TeX Gyre Adventor"/>
              </a:defRPr>
            </a:lvl3pPr>
            <a:lvl4pPr algn="l">
              <a:defRPr sz="1125" b="0" i="0">
                <a:solidFill>
                  <a:srgbClr val="F6EFE6"/>
                </a:solidFill>
                <a:latin typeface="TeX Gyre Adventor"/>
                <a:ea typeface="TeX Gyre Adventor"/>
                <a:cs typeface="TeX Gyre Adventor"/>
              </a:defRPr>
            </a:lvl4pPr>
            <a:lvl5pPr algn="l">
              <a:defRPr sz="1125" b="0" i="0">
                <a:solidFill>
                  <a:srgbClr val="F6EFE6"/>
                </a:solidFill>
                <a:latin typeface="TeX Gyre Adventor"/>
                <a:ea typeface="TeX Gyre Adventor"/>
                <a:cs typeface="TeX Gyre Adventor"/>
              </a:defRPr>
            </a:lvl5pPr>
            <a:lvl6pPr algn="l">
              <a:defRPr sz="1125" b="0" i="0">
                <a:solidFill>
                  <a:srgbClr val="F6EFE6"/>
                </a:solidFill>
                <a:latin typeface="TeX Gyre Adventor"/>
                <a:ea typeface="TeX Gyre Adventor"/>
                <a:cs typeface="TeX Gyre Adventor"/>
              </a:defRPr>
            </a:lvl6pPr>
            <a:lvl7pPr algn="l">
              <a:defRPr sz="1125" b="0" i="0">
                <a:solidFill>
                  <a:srgbClr val="F6EFE6"/>
                </a:solidFill>
                <a:latin typeface="TeX Gyre Adventor"/>
                <a:ea typeface="TeX Gyre Adventor"/>
                <a:cs typeface="TeX Gyre Adventor"/>
              </a:defRPr>
            </a:lvl7pPr>
            <a:lvl8pPr algn="l">
              <a:defRPr sz="1125" b="0" i="0">
                <a:solidFill>
                  <a:srgbClr val="F6EFE6"/>
                </a:solidFill>
                <a:latin typeface="TeX Gyre Adventor"/>
                <a:ea typeface="TeX Gyre Adventor"/>
                <a:cs typeface="TeX Gyre Adventor"/>
              </a:defRPr>
            </a:lvl8pPr>
            <a:lvl9pPr algn="l">
              <a:defRPr sz="1125" b="0" i="0">
                <a:solidFill>
                  <a:srgbClr val="F6EFE6"/>
                </a:solidFill>
                <a:latin typeface="TeX Gyre Adventor"/>
                <a:ea typeface="TeX Gyre Adventor"/>
                <a:cs typeface="TeX Gyre Adventor"/>
              </a:defRPr>
            </a:lvl9pPr>
          </a:lstStyle>
          <a:p xmlns:a="http://schemas.openxmlformats.org/drawingml/2006/main">
            <a:pPr algn="l">
              <a:defRPr sz="1125" b="0" i="0">
                <a:solidFill>
                  <a:srgbClr val="F6EFE6"/>
                </a:solidFill>
                <a:latin typeface="TeX Gyre Adventor"/>
                <a:ea typeface="TeX Gyre Adventor"/>
                <a:cs typeface="TeX Gyre Adventor"/>
              </a:defRPr>
            </a:pPr>
            <a:r>
              <a:rPr sz="1125" b="0" i="0">
                <a:solidFill>
                  <a:srgbClr val="F6EFE6"/>
                </a:solidFill>
                <a:latin typeface="TeX Gyre Adventor"/>
                <a:ea typeface="TeX Gyre Adventor"/>
                <a:cs typeface="TeX Gyre Adventor"/>
              </a:rPr>
              <a:t>Reads event details and schedule sections.</a:t>
            </a:r>
          </a:p>
        </p:txBody>
      </p:sp>
      <p:sp>
        <p:nvSpPr>
          <p:cNvPr id="8" name="element-43">
            <a:extLst xmlns:a="http://schemas.openxmlformats.org/drawingml/2006/main">
              <a:ext uri="{FF2B5EF4-FFF2-40B4-BE49-F238E27FC236}">
                <a16:creationId xmlns:a16="http://schemas.microsoft.com/office/drawing/2014/main" id="{ABA5A114-34C0-4551-BA06-AEA9A99B1666}"/>
              </a:ext>
            </a:extLst>
          </p:cNvPr>
          <p:cNvSpPr>
            <a:spLocks xmlns:a="http://schemas.openxmlformats.org/drawingml/2006/main" noGrp="1"/>
          </p:cNvSpPr>
          <p:nvPr/>
        </p:nvSpPr>
        <p:spPr>
          <a:xfrm xmlns:a="http://schemas.openxmlformats.org/drawingml/2006/main">
            <a:off x="4629150" y="1362075"/>
            <a:ext cx="1943100" cy="990600"/>
          </a:xfrm>
          <a:prstGeom xmlns:a="http://schemas.openxmlformats.org/drawingml/2006/main" prst="rect">
            <a:avLst/>
          </a:prstGeom>
          <a:solidFill xmlns:a="http://schemas.openxmlformats.org/drawingml/2006/main">
            <a:srgbClr val="FFFCF7"/>
          </a:solidFill>
          <a:ln xmlns:a="http://schemas.openxmlformats.org/drawingml/2006/main" w="9525">
            <a:solidFill>
              <a:srgbClr val="21281F"/>
            </a:solidFill>
            <a:prstDash val="solid"/>
          </a:ln>
        </p:spPr>
      </p:sp>
      <p:sp>
        <p:nvSpPr>
          <p:cNvPr id="9" name="element-44">
            <a:extLst xmlns:a="http://schemas.openxmlformats.org/drawingml/2006/main">
              <a:ext uri="{FF2B5EF4-FFF2-40B4-BE49-F238E27FC236}">
                <a16:creationId xmlns:a16="http://schemas.microsoft.com/office/drawing/2014/main" id="{8921FC67-B313-4EAE-816E-89C645CF5E4F}"/>
              </a:ext>
            </a:extLst>
          </p:cNvPr>
          <p:cNvSpPr>
            <a:spLocks xmlns:a="http://schemas.openxmlformats.org/drawingml/2006/main" noGrp="1"/>
          </p:cNvSpPr>
          <p:nvPr/>
        </p:nvSpPr>
        <p:spPr>
          <a:xfrm xmlns:a="http://schemas.openxmlformats.org/drawingml/2006/main">
            <a:off x="4743450" y="14954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i="0">
                <a:solidFill>
                  <a:srgbClr val="21281F"/>
                </a:solidFill>
                <a:latin typeface="TeX Gyre Adventor"/>
                <a:ea typeface="TeX Gyre Adventor"/>
                <a:cs typeface="TeX Gyre Adventor"/>
              </a:defRPr>
            </a:defPPr>
            <a:lvl1pPr algn="l">
              <a:defRPr sz="1200" b="1" i="0">
                <a:solidFill>
                  <a:srgbClr val="21281F"/>
                </a:solidFill>
                <a:latin typeface="TeX Gyre Adventor"/>
                <a:ea typeface="TeX Gyre Adventor"/>
                <a:cs typeface="TeX Gyre Adventor"/>
              </a:defRPr>
            </a:lvl1pPr>
            <a:lvl2pPr algn="l">
              <a:defRPr sz="1200" b="1" i="0">
                <a:solidFill>
                  <a:srgbClr val="21281F"/>
                </a:solidFill>
                <a:latin typeface="TeX Gyre Adventor"/>
                <a:ea typeface="TeX Gyre Adventor"/>
                <a:cs typeface="TeX Gyre Adventor"/>
              </a:defRPr>
            </a:lvl2pPr>
            <a:lvl3pPr algn="l">
              <a:defRPr sz="1200" b="1" i="0">
                <a:solidFill>
                  <a:srgbClr val="21281F"/>
                </a:solidFill>
                <a:latin typeface="TeX Gyre Adventor"/>
                <a:ea typeface="TeX Gyre Adventor"/>
                <a:cs typeface="TeX Gyre Adventor"/>
              </a:defRPr>
            </a:lvl3pPr>
            <a:lvl4pPr algn="l">
              <a:defRPr sz="1200" b="1" i="0">
                <a:solidFill>
                  <a:srgbClr val="21281F"/>
                </a:solidFill>
                <a:latin typeface="TeX Gyre Adventor"/>
                <a:ea typeface="TeX Gyre Adventor"/>
                <a:cs typeface="TeX Gyre Adventor"/>
              </a:defRPr>
            </a:lvl4pPr>
            <a:lvl5pPr algn="l">
              <a:defRPr sz="1200" b="1" i="0">
                <a:solidFill>
                  <a:srgbClr val="21281F"/>
                </a:solidFill>
                <a:latin typeface="TeX Gyre Adventor"/>
                <a:ea typeface="TeX Gyre Adventor"/>
                <a:cs typeface="TeX Gyre Adventor"/>
              </a:defRPr>
            </a:lvl5pPr>
            <a:lvl6pPr algn="l">
              <a:defRPr sz="1200" b="1" i="0">
                <a:solidFill>
                  <a:srgbClr val="21281F"/>
                </a:solidFill>
                <a:latin typeface="TeX Gyre Adventor"/>
                <a:ea typeface="TeX Gyre Adventor"/>
                <a:cs typeface="TeX Gyre Adventor"/>
              </a:defRPr>
            </a:lvl6pPr>
            <a:lvl7pPr algn="l">
              <a:defRPr sz="1200" b="1" i="0">
                <a:solidFill>
                  <a:srgbClr val="21281F"/>
                </a:solidFill>
                <a:latin typeface="TeX Gyre Adventor"/>
                <a:ea typeface="TeX Gyre Adventor"/>
                <a:cs typeface="TeX Gyre Adventor"/>
              </a:defRPr>
            </a:lvl7pPr>
            <a:lvl8pPr algn="l">
              <a:defRPr sz="1200" b="1" i="0">
                <a:solidFill>
                  <a:srgbClr val="21281F"/>
                </a:solidFill>
                <a:latin typeface="TeX Gyre Adventor"/>
                <a:ea typeface="TeX Gyre Adventor"/>
                <a:cs typeface="TeX Gyre Adventor"/>
              </a:defRPr>
            </a:lvl8pPr>
            <a:lvl9pPr algn="l">
              <a:defRPr sz="1200" b="1" i="0">
                <a:solidFill>
                  <a:srgbClr val="21281F"/>
                </a:solidFill>
                <a:latin typeface="TeX Gyre Adventor"/>
                <a:ea typeface="TeX Gyre Adventor"/>
                <a:cs typeface="TeX Gyre Adventor"/>
              </a:defRPr>
            </a:lvl9pPr>
          </a:lstStyle>
          <a:p xmlns:a="http://schemas.openxmlformats.org/drawingml/2006/main">
            <a:pPr algn="l">
              <a:defRPr sz="1200" b="1" i="0">
                <a:solidFill>
                  <a:srgbClr val="21281F"/>
                </a:solidFill>
                <a:latin typeface="TeX Gyre Adventor"/>
                <a:ea typeface="TeX Gyre Adventor"/>
                <a:cs typeface="TeX Gyre Adventor"/>
              </a:defRPr>
            </a:pPr>
            <a:r>
              <a:rPr sz="1200" b="1" i="0">
                <a:solidFill>
                  <a:srgbClr val="21281F"/>
                </a:solidFill>
                <a:latin typeface="TeX Gyre Adventor"/>
                <a:ea typeface="TeX Gyre Adventor"/>
                <a:cs typeface="TeX Gyre Adventor"/>
              </a:rPr>
              <a:t>3. Proposed facts</a:t>
            </a:r>
          </a:p>
        </p:txBody>
      </p:sp>
      <p:sp>
        <p:nvSpPr>
          <p:cNvPr id="10" name="element-45">
            <a:extLst xmlns:a="http://schemas.openxmlformats.org/drawingml/2006/main">
              <a:ext uri="{FF2B5EF4-FFF2-40B4-BE49-F238E27FC236}">
                <a16:creationId xmlns:a16="http://schemas.microsoft.com/office/drawing/2014/main" id="{3780F99B-5F2D-49FB-9EA9-C7EDA4E8DACE}"/>
              </a:ext>
            </a:extLst>
          </p:cNvPr>
          <p:cNvSpPr>
            <a:spLocks xmlns:a="http://schemas.openxmlformats.org/drawingml/2006/main" noGrp="1"/>
          </p:cNvSpPr>
          <p:nvPr/>
        </p:nvSpPr>
        <p:spPr>
          <a:xfrm xmlns:a="http://schemas.openxmlformats.org/drawingml/2006/main">
            <a:off x="4743450" y="1809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21281F"/>
                </a:solidFill>
                <a:latin typeface="TeX Gyre Adventor"/>
                <a:ea typeface="TeX Gyre Adventor"/>
                <a:cs typeface="TeX Gyre Adventor"/>
              </a:defRPr>
            </a:defPPr>
            <a:lvl1pPr algn="l">
              <a:defRPr sz="1125" b="0" i="0">
                <a:solidFill>
                  <a:srgbClr val="21281F"/>
                </a:solidFill>
                <a:latin typeface="TeX Gyre Adventor"/>
                <a:ea typeface="TeX Gyre Adventor"/>
                <a:cs typeface="TeX Gyre Adventor"/>
              </a:defRPr>
            </a:lvl1pPr>
            <a:lvl2pPr algn="l">
              <a:defRPr sz="1125" b="0" i="0">
                <a:solidFill>
                  <a:srgbClr val="21281F"/>
                </a:solidFill>
                <a:latin typeface="TeX Gyre Adventor"/>
                <a:ea typeface="TeX Gyre Adventor"/>
                <a:cs typeface="TeX Gyre Adventor"/>
              </a:defRPr>
            </a:lvl2pPr>
            <a:lvl3pPr algn="l">
              <a:defRPr sz="1125" b="0" i="0">
                <a:solidFill>
                  <a:srgbClr val="21281F"/>
                </a:solidFill>
                <a:latin typeface="TeX Gyre Adventor"/>
                <a:ea typeface="TeX Gyre Adventor"/>
                <a:cs typeface="TeX Gyre Adventor"/>
              </a:defRPr>
            </a:lvl3pPr>
            <a:lvl4pPr algn="l">
              <a:defRPr sz="1125" b="0" i="0">
                <a:solidFill>
                  <a:srgbClr val="21281F"/>
                </a:solidFill>
                <a:latin typeface="TeX Gyre Adventor"/>
                <a:ea typeface="TeX Gyre Adventor"/>
                <a:cs typeface="TeX Gyre Adventor"/>
              </a:defRPr>
            </a:lvl4pPr>
            <a:lvl5pPr algn="l">
              <a:defRPr sz="1125" b="0" i="0">
                <a:solidFill>
                  <a:srgbClr val="21281F"/>
                </a:solidFill>
                <a:latin typeface="TeX Gyre Adventor"/>
                <a:ea typeface="TeX Gyre Adventor"/>
                <a:cs typeface="TeX Gyre Adventor"/>
              </a:defRPr>
            </a:lvl5pPr>
            <a:lvl6pPr algn="l">
              <a:defRPr sz="1125" b="0" i="0">
                <a:solidFill>
                  <a:srgbClr val="21281F"/>
                </a:solidFill>
                <a:latin typeface="TeX Gyre Adventor"/>
                <a:ea typeface="TeX Gyre Adventor"/>
                <a:cs typeface="TeX Gyre Adventor"/>
              </a:defRPr>
            </a:lvl6pPr>
            <a:lvl7pPr algn="l">
              <a:defRPr sz="1125" b="0" i="0">
                <a:solidFill>
                  <a:srgbClr val="21281F"/>
                </a:solidFill>
                <a:latin typeface="TeX Gyre Adventor"/>
                <a:ea typeface="TeX Gyre Adventor"/>
                <a:cs typeface="TeX Gyre Adventor"/>
              </a:defRPr>
            </a:lvl7pPr>
            <a:lvl8pPr algn="l">
              <a:defRPr sz="1125" b="0" i="0">
                <a:solidFill>
                  <a:srgbClr val="21281F"/>
                </a:solidFill>
                <a:latin typeface="TeX Gyre Adventor"/>
                <a:ea typeface="TeX Gyre Adventor"/>
                <a:cs typeface="TeX Gyre Adventor"/>
              </a:defRPr>
            </a:lvl8pPr>
            <a:lvl9pPr algn="l">
              <a:defRPr sz="1125" b="0" i="0">
                <a:solidFill>
                  <a:srgbClr val="21281F"/>
                </a:solidFill>
                <a:latin typeface="TeX Gyre Adventor"/>
                <a:ea typeface="TeX Gyre Adventor"/>
                <a:cs typeface="TeX Gyre Adventor"/>
              </a:defRPr>
            </a:lvl9pPr>
          </a:lstStyle>
          <a:p xmlns:a="http://schemas.openxmlformats.org/drawingml/2006/main">
            <a:pPr algn="l">
              <a:defRPr sz="1125" b="0" i="0">
                <a:solidFill>
                  <a:srgbClr val="21281F"/>
                </a:solidFill>
                <a:latin typeface="TeX Gyre Adventor"/>
                <a:ea typeface="TeX Gyre Adventor"/>
                <a:cs typeface="TeX Gyre Adventor"/>
              </a:defRPr>
            </a:pPr>
            <a:r>
              <a:rPr sz="1125" b="0" i="0">
                <a:solidFill>
                  <a:srgbClr val="21281F"/>
                </a:solidFill>
                <a:latin typeface="TeX Gyre Adventor"/>
                <a:ea typeface="TeX Gyre Adventor"/>
                <a:cs typeface="TeX Gyre Adventor"/>
              </a:rPr>
              <a:t>Title, dates, venue, program and source.</a:t>
            </a:r>
          </a:p>
        </p:txBody>
      </p:sp>
      <p:sp>
        <p:nvSpPr>
          <p:cNvPr id="11" name="element-46">
            <a:extLst xmlns:a="http://schemas.openxmlformats.org/drawingml/2006/main">
              <a:ext uri="{FF2B5EF4-FFF2-40B4-BE49-F238E27FC236}">
                <a16:creationId xmlns:a16="http://schemas.microsoft.com/office/drawing/2014/main" id="{7E19495C-52A4-4013-B770-4674724E0B17}"/>
              </a:ext>
            </a:extLst>
          </p:cNvPr>
          <p:cNvSpPr>
            <a:spLocks xmlns:a="http://schemas.openxmlformats.org/drawingml/2006/main" noGrp="1"/>
          </p:cNvSpPr>
          <p:nvPr/>
        </p:nvSpPr>
        <p:spPr>
          <a:xfrm xmlns:a="http://schemas.openxmlformats.org/drawingml/2006/main">
            <a:off x="6686550" y="1362075"/>
            <a:ext cx="1943100" cy="990600"/>
          </a:xfrm>
          <a:prstGeom xmlns:a="http://schemas.openxmlformats.org/drawingml/2006/main" prst="rect">
            <a:avLst/>
          </a:prstGeom>
          <a:solidFill xmlns:a="http://schemas.openxmlformats.org/drawingml/2006/main">
            <a:srgbClr val="BD422C"/>
          </a:solidFill>
          <a:ln xmlns:a="http://schemas.openxmlformats.org/drawingml/2006/main" w="9525">
            <a:solidFill>
              <a:srgbClr val="21281F"/>
            </a:solidFill>
            <a:prstDash val="solid"/>
          </a:ln>
        </p:spPr>
      </p:sp>
      <p:sp>
        <p:nvSpPr>
          <p:cNvPr id="12" name="element-47">
            <a:extLst xmlns:a="http://schemas.openxmlformats.org/drawingml/2006/main">
              <a:ext uri="{FF2B5EF4-FFF2-40B4-BE49-F238E27FC236}">
                <a16:creationId xmlns:a16="http://schemas.microsoft.com/office/drawing/2014/main" id="{DB1A74EE-6DCC-4CB9-A4F7-D92E99BDCB48}"/>
              </a:ext>
            </a:extLst>
          </p:cNvPr>
          <p:cNvSpPr>
            <a:spLocks xmlns:a="http://schemas.openxmlformats.org/drawingml/2006/main" noGrp="1"/>
          </p:cNvSpPr>
          <p:nvPr/>
        </p:nvSpPr>
        <p:spPr>
          <a:xfrm xmlns:a="http://schemas.openxmlformats.org/drawingml/2006/main">
            <a:off x="6800850" y="14954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i="0">
                <a:solidFill>
                  <a:srgbClr val="F6EFE6"/>
                </a:solidFill>
                <a:latin typeface="TeX Gyre Adventor"/>
                <a:ea typeface="TeX Gyre Adventor"/>
                <a:cs typeface="TeX Gyre Adventor"/>
              </a:defRPr>
            </a:defPPr>
            <a:lvl1pPr algn="l">
              <a:defRPr sz="1200" b="1" i="0">
                <a:solidFill>
                  <a:srgbClr val="F6EFE6"/>
                </a:solidFill>
                <a:latin typeface="TeX Gyre Adventor"/>
                <a:ea typeface="TeX Gyre Adventor"/>
                <a:cs typeface="TeX Gyre Adventor"/>
              </a:defRPr>
            </a:lvl1pPr>
            <a:lvl2pPr algn="l">
              <a:defRPr sz="1200" b="1" i="0">
                <a:solidFill>
                  <a:srgbClr val="F6EFE6"/>
                </a:solidFill>
                <a:latin typeface="TeX Gyre Adventor"/>
                <a:ea typeface="TeX Gyre Adventor"/>
                <a:cs typeface="TeX Gyre Adventor"/>
              </a:defRPr>
            </a:lvl2pPr>
            <a:lvl3pPr algn="l">
              <a:defRPr sz="1200" b="1" i="0">
                <a:solidFill>
                  <a:srgbClr val="F6EFE6"/>
                </a:solidFill>
                <a:latin typeface="TeX Gyre Adventor"/>
                <a:ea typeface="TeX Gyre Adventor"/>
                <a:cs typeface="TeX Gyre Adventor"/>
              </a:defRPr>
            </a:lvl3pPr>
            <a:lvl4pPr algn="l">
              <a:defRPr sz="1200" b="1" i="0">
                <a:solidFill>
                  <a:srgbClr val="F6EFE6"/>
                </a:solidFill>
                <a:latin typeface="TeX Gyre Adventor"/>
                <a:ea typeface="TeX Gyre Adventor"/>
                <a:cs typeface="TeX Gyre Adventor"/>
              </a:defRPr>
            </a:lvl4pPr>
            <a:lvl5pPr algn="l">
              <a:defRPr sz="1200" b="1" i="0">
                <a:solidFill>
                  <a:srgbClr val="F6EFE6"/>
                </a:solidFill>
                <a:latin typeface="TeX Gyre Adventor"/>
                <a:ea typeface="TeX Gyre Adventor"/>
                <a:cs typeface="TeX Gyre Adventor"/>
              </a:defRPr>
            </a:lvl5pPr>
            <a:lvl6pPr algn="l">
              <a:defRPr sz="1200" b="1" i="0">
                <a:solidFill>
                  <a:srgbClr val="F6EFE6"/>
                </a:solidFill>
                <a:latin typeface="TeX Gyre Adventor"/>
                <a:ea typeface="TeX Gyre Adventor"/>
                <a:cs typeface="TeX Gyre Adventor"/>
              </a:defRPr>
            </a:lvl6pPr>
            <a:lvl7pPr algn="l">
              <a:defRPr sz="1200" b="1" i="0">
                <a:solidFill>
                  <a:srgbClr val="F6EFE6"/>
                </a:solidFill>
                <a:latin typeface="TeX Gyre Adventor"/>
                <a:ea typeface="TeX Gyre Adventor"/>
                <a:cs typeface="TeX Gyre Adventor"/>
              </a:defRPr>
            </a:lvl7pPr>
            <a:lvl8pPr algn="l">
              <a:defRPr sz="1200" b="1" i="0">
                <a:solidFill>
                  <a:srgbClr val="F6EFE6"/>
                </a:solidFill>
                <a:latin typeface="TeX Gyre Adventor"/>
                <a:ea typeface="TeX Gyre Adventor"/>
                <a:cs typeface="TeX Gyre Adventor"/>
              </a:defRPr>
            </a:lvl8pPr>
            <a:lvl9pPr algn="l">
              <a:defRPr sz="1200" b="1" i="0">
                <a:solidFill>
                  <a:srgbClr val="F6EFE6"/>
                </a:solidFill>
                <a:latin typeface="TeX Gyre Adventor"/>
                <a:ea typeface="TeX Gyre Adventor"/>
                <a:cs typeface="TeX Gyre Adventor"/>
              </a:defRPr>
            </a:lvl9pPr>
          </a:lstStyle>
          <a:p xmlns:a="http://schemas.openxmlformats.org/drawingml/2006/main">
            <a:pPr algn="l">
              <a:defRPr sz="1200" b="1" i="0">
                <a:solidFill>
                  <a:srgbClr val="F6EFE6"/>
                </a:solidFill>
                <a:latin typeface="TeX Gyre Adventor"/>
                <a:ea typeface="TeX Gyre Adventor"/>
                <a:cs typeface="TeX Gyre Adventor"/>
              </a:defRPr>
            </a:pPr>
            <a:r>
              <a:rPr sz="1200" b="1" i="0">
                <a:solidFill>
                  <a:srgbClr val="F6EFE6"/>
                </a:solidFill>
                <a:latin typeface="TeX Gyre Adventor"/>
                <a:ea typeface="TeX Gyre Adventor"/>
                <a:cs typeface="TeX Gyre Adventor"/>
              </a:rPr>
              <a:t>4. Reviewed draft</a:t>
            </a:r>
          </a:p>
        </p:txBody>
      </p:sp>
      <p:sp>
        <p:nvSpPr>
          <p:cNvPr id="13" name="element-48">
            <a:extLst xmlns:a="http://schemas.openxmlformats.org/drawingml/2006/main">
              <a:ext uri="{FF2B5EF4-FFF2-40B4-BE49-F238E27FC236}">
                <a16:creationId xmlns:a16="http://schemas.microsoft.com/office/drawing/2014/main" id="{EA298D78-5435-449E-88AA-A164F7E9198F}"/>
              </a:ext>
            </a:extLst>
          </p:cNvPr>
          <p:cNvSpPr>
            <a:spLocks xmlns:a="http://schemas.openxmlformats.org/drawingml/2006/main" noGrp="1"/>
          </p:cNvSpPr>
          <p:nvPr/>
        </p:nvSpPr>
        <p:spPr>
          <a:xfrm xmlns:a="http://schemas.openxmlformats.org/drawingml/2006/main">
            <a:off x="6800850" y="1809750"/>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F6EFE6"/>
                </a:solidFill>
                <a:latin typeface="TeX Gyre Adventor"/>
                <a:ea typeface="TeX Gyre Adventor"/>
                <a:cs typeface="TeX Gyre Adventor"/>
              </a:defRPr>
            </a:defPPr>
            <a:lvl1pPr algn="l">
              <a:defRPr sz="1125" b="0" i="0">
                <a:solidFill>
                  <a:srgbClr val="F6EFE6"/>
                </a:solidFill>
                <a:latin typeface="TeX Gyre Adventor"/>
                <a:ea typeface="TeX Gyre Adventor"/>
                <a:cs typeface="TeX Gyre Adventor"/>
              </a:defRPr>
            </a:lvl1pPr>
            <a:lvl2pPr algn="l">
              <a:defRPr sz="1125" b="0" i="0">
                <a:solidFill>
                  <a:srgbClr val="F6EFE6"/>
                </a:solidFill>
                <a:latin typeface="TeX Gyre Adventor"/>
                <a:ea typeface="TeX Gyre Adventor"/>
                <a:cs typeface="TeX Gyre Adventor"/>
              </a:defRPr>
            </a:lvl2pPr>
            <a:lvl3pPr algn="l">
              <a:defRPr sz="1125" b="0" i="0">
                <a:solidFill>
                  <a:srgbClr val="F6EFE6"/>
                </a:solidFill>
                <a:latin typeface="TeX Gyre Adventor"/>
                <a:ea typeface="TeX Gyre Adventor"/>
                <a:cs typeface="TeX Gyre Adventor"/>
              </a:defRPr>
            </a:lvl3pPr>
            <a:lvl4pPr algn="l">
              <a:defRPr sz="1125" b="0" i="0">
                <a:solidFill>
                  <a:srgbClr val="F6EFE6"/>
                </a:solidFill>
                <a:latin typeface="TeX Gyre Adventor"/>
                <a:ea typeface="TeX Gyre Adventor"/>
                <a:cs typeface="TeX Gyre Adventor"/>
              </a:defRPr>
            </a:lvl4pPr>
            <a:lvl5pPr algn="l">
              <a:defRPr sz="1125" b="0" i="0">
                <a:solidFill>
                  <a:srgbClr val="F6EFE6"/>
                </a:solidFill>
                <a:latin typeface="TeX Gyre Adventor"/>
                <a:ea typeface="TeX Gyre Adventor"/>
                <a:cs typeface="TeX Gyre Adventor"/>
              </a:defRPr>
            </a:lvl5pPr>
            <a:lvl6pPr algn="l">
              <a:defRPr sz="1125" b="0" i="0">
                <a:solidFill>
                  <a:srgbClr val="F6EFE6"/>
                </a:solidFill>
                <a:latin typeface="TeX Gyre Adventor"/>
                <a:ea typeface="TeX Gyre Adventor"/>
                <a:cs typeface="TeX Gyre Adventor"/>
              </a:defRPr>
            </a:lvl6pPr>
            <a:lvl7pPr algn="l">
              <a:defRPr sz="1125" b="0" i="0">
                <a:solidFill>
                  <a:srgbClr val="F6EFE6"/>
                </a:solidFill>
                <a:latin typeface="TeX Gyre Adventor"/>
                <a:ea typeface="TeX Gyre Adventor"/>
                <a:cs typeface="TeX Gyre Adventor"/>
              </a:defRPr>
            </a:lvl7pPr>
            <a:lvl8pPr algn="l">
              <a:defRPr sz="1125" b="0" i="0">
                <a:solidFill>
                  <a:srgbClr val="F6EFE6"/>
                </a:solidFill>
                <a:latin typeface="TeX Gyre Adventor"/>
                <a:ea typeface="TeX Gyre Adventor"/>
                <a:cs typeface="TeX Gyre Adventor"/>
              </a:defRPr>
            </a:lvl8pPr>
            <a:lvl9pPr algn="l">
              <a:defRPr sz="1125" b="0" i="0">
                <a:solidFill>
                  <a:srgbClr val="F6EFE6"/>
                </a:solidFill>
                <a:latin typeface="TeX Gyre Adventor"/>
                <a:ea typeface="TeX Gyre Adventor"/>
                <a:cs typeface="TeX Gyre Adventor"/>
              </a:defRPr>
            </a:lvl9pPr>
          </a:lstStyle>
          <a:p xmlns:a="http://schemas.openxmlformats.org/drawingml/2006/main">
            <a:pPr algn="l">
              <a:defRPr sz="1125" b="0" i="0">
                <a:solidFill>
                  <a:srgbClr val="F6EFE6"/>
                </a:solidFill>
                <a:latin typeface="TeX Gyre Adventor"/>
                <a:ea typeface="TeX Gyre Adventor"/>
                <a:cs typeface="TeX Gyre Adventor"/>
              </a:defRPr>
            </a:pPr>
            <a:r>
              <a:rPr sz="1125" b="0" i="0">
                <a:solidFill>
                  <a:srgbClr val="F6EFE6"/>
                </a:solidFill>
                <a:latin typeface="TeX Gyre Adventor"/>
                <a:ea typeface="TeX Gyre Adventor"/>
                <a:cs typeface="TeX Gyre Adventor"/>
              </a:rPr>
              <a:t>You select facts before saving.</a:t>
            </a:r>
          </a:p>
        </p:txBody>
      </p:sp>
      <p:sp>
        <p:nvSpPr>
          <p:cNvPr id="14" name="element-49">
            <a:extLst xmlns:a="http://schemas.openxmlformats.org/drawingml/2006/main">
              <a:ext uri="{FF2B5EF4-FFF2-40B4-BE49-F238E27FC236}">
                <a16:creationId xmlns:a16="http://schemas.microsoft.com/office/drawing/2014/main" id="{2EB7B145-F437-4C20-812A-EEFC14F9C2AA}"/>
              </a:ext>
            </a:extLst>
          </p:cNvPr>
          <p:cNvSpPr>
            <a:spLocks xmlns:a="http://schemas.openxmlformats.org/drawingml/2006/main" noGrp="1"/>
          </p:cNvSpPr>
          <p:nvPr/>
        </p:nvSpPr>
        <p:spPr>
          <a:xfrm xmlns:a="http://schemas.openxmlformats.org/drawingml/2006/main">
            <a:off x="514350" y="2705100"/>
            <a:ext cx="3762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A REAL PROVIDER TEST</a:t>
            </a:r>
          </a:p>
        </p:txBody>
      </p:sp>
      <p:sp>
        <p:nvSpPr>
          <p:cNvPr id="15" name="element-50">
            <a:extLst xmlns:a="http://schemas.openxmlformats.org/drawingml/2006/main">
              <a:ext uri="{FF2B5EF4-FFF2-40B4-BE49-F238E27FC236}">
                <a16:creationId xmlns:a16="http://schemas.microsoft.com/office/drawing/2014/main" id="{D0E73B1F-AA59-4FD5-B22B-384C659DE0D5}"/>
              </a:ext>
            </a:extLst>
          </p:cNvPr>
          <p:cNvSpPr>
            <a:spLocks xmlns:a="http://schemas.openxmlformats.org/drawingml/2006/main" noGrp="1"/>
          </p:cNvSpPr>
          <p:nvPr/>
        </p:nvSpPr>
        <p:spPr>
          <a:xfrm xmlns:a="http://schemas.openxmlformats.org/drawingml/2006/main">
            <a:off x="514350" y="2962275"/>
            <a:ext cx="3714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i="0">
                <a:solidFill>
                  <a:srgbClr val="21281F"/>
                </a:solidFill>
                <a:latin typeface="TeX Gyre Schola"/>
                <a:ea typeface="TeX Gyre Schola"/>
                <a:cs typeface="TeX Gyre Schola"/>
              </a:defRPr>
            </a:defPPr>
            <a:lvl1pPr algn="l">
              <a:defRPr sz="1875" b="1" i="0">
                <a:solidFill>
                  <a:srgbClr val="21281F"/>
                </a:solidFill>
                <a:latin typeface="TeX Gyre Schola"/>
                <a:ea typeface="TeX Gyre Schola"/>
                <a:cs typeface="TeX Gyre Schola"/>
              </a:defRPr>
            </a:lvl1pPr>
            <a:lvl2pPr algn="l">
              <a:defRPr sz="1875" b="1" i="0">
                <a:solidFill>
                  <a:srgbClr val="21281F"/>
                </a:solidFill>
                <a:latin typeface="TeX Gyre Schola"/>
                <a:ea typeface="TeX Gyre Schola"/>
                <a:cs typeface="TeX Gyre Schola"/>
              </a:defRPr>
            </a:lvl2pPr>
            <a:lvl3pPr algn="l">
              <a:defRPr sz="1875" b="1" i="0">
                <a:solidFill>
                  <a:srgbClr val="21281F"/>
                </a:solidFill>
                <a:latin typeface="TeX Gyre Schola"/>
                <a:ea typeface="TeX Gyre Schola"/>
                <a:cs typeface="TeX Gyre Schola"/>
              </a:defRPr>
            </a:lvl3pPr>
            <a:lvl4pPr algn="l">
              <a:defRPr sz="1875" b="1" i="0">
                <a:solidFill>
                  <a:srgbClr val="21281F"/>
                </a:solidFill>
                <a:latin typeface="TeX Gyre Schola"/>
                <a:ea typeface="TeX Gyre Schola"/>
                <a:cs typeface="TeX Gyre Schola"/>
              </a:defRPr>
            </a:lvl4pPr>
            <a:lvl5pPr algn="l">
              <a:defRPr sz="1875" b="1" i="0">
                <a:solidFill>
                  <a:srgbClr val="21281F"/>
                </a:solidFill>
                <a:latin typeface="TeX Gyre Schola"/>
                <a:ea typeface="TeX Gyre Schola"/>
                <a:cs typeface="TeX Gyre Schola"/>
              </a:defRPr>
            </a:lvl5pPr>
            <a:lvl6pPr algn="l">
              <a:defRPr sz="1875" b="1" i="0">
                <a:solidFill>
                  <a:srgbClr val="21281F"/>
                </a:solidFill>
                <a:latin typeface="TeX Gyre Schola"/>
                <a:ea typeface="TeX Gyre Schola"/>
                <a:cs typeface="TeX Gyre Schola"/>
              </a:defRPr>
            </a:lvl6pPr>
            <a:lvl7pPr algn="l">
              <a:defRPr sz="1875" b="1" i="0">
                <a:solidFill>
                  <a:srgbClr val="21281F"/>
                </a:solidFill>
                <a:latin typeface="TeX Gyre Schola"/>
                <a:ea typeface="TeX Gyre Schola"/>
                <a:cs typeface="TeX Gyre Schola"/>
              </a:defRPr>
            </a:lvl7pPr>
            <a:lvl8pPr algn="l">
              <a:defRPr sz="1875" b="1" i="0">
                <a:solidFill>
                  <a:srgbClr val="21281F"/>
                </a:solidFill>
                <a:latin typeface="TeX Gyre Schola"/>
                <a:ea typeface="TeX Gyre Schola"/>
                <a:cs typeface="TeX Gyre Schola"/>
              </a:defRPr>
            </a:lvl8pPr>
            <a:lvl9pPr algn="l">
              <a:defRPr sz="1875" b="1" i="0">
                <a:solidFill>
                  <a:srgbClr val="21281F"/>
                </a:solidFill>
                <a:latin typeface="TeX Gyre Schola"/>
                <a:ea typeface="TeX Gyre Schola"/>
                <a:cs typeface="TeX Gyre Schola"/>
              </a:defRPr>
            </a:lvl9pPr>
          </a:lstStyle>
          <a:p xmlns:a="http://schemas.openxmlformats.org/drawingml/2006/main">
            <a:pPr algn="l">
              <a:defRPr sz="1875" b="1" i="0">
                <a:solidFill>
                  <a:srgbClr val="21281F"/>
                </a:solidFill>
                <a:latin typeface="TeX Gyre Schola"/>
                <a:ea typeface="TeX Gyre Schola"/>
                <a:cs typeface="TeX Gyre Schola"/>
              </a:defRPr>
            </a:pPr>
            <a:r>
              <a:rPr sz="1875" b="1" i="0">
                <a:solidFill>
                  <a:srgbClr val="21281F"/>
                </a:solidFill>
                <a:latin typeface="TeX Gyre Schola"/>
                <a:ea typeface="TeX Gyre Schola"/>
                <a:cs typeface="TeX Gyre Schola"/>
              </a:rPr>
              <a:t>PyCon US 2026</a:t>
            </a:r>
          </a:p>
        </p:txBody>
      </p:sp>
      <p:sp>
        <p:nvSpPr>
          <p:cNvPr id="16" name="element-51">
            <a:extLst xmlns:a="http://schemas.openxmlformats.org/drawingml/2006/main">
              <a:ext uri="{FF2B5EF4-FFF2-40B4-BE49-F238E27FC236}">
                <a16:creationId xmlns:a16="http://schemas.microsoft.com/office/drawing/2014/main" id="{2F33EB39-3B4D-4352-B5D4-D1E380FC7E64}"/>
              </a:ext>
            </a:extLst>
          </p:cNvPr>
          <p:cNvSpPr>
            <a:spLocks xmlns:a="http://schemas.openxmlformats.org/drawingml/2006/main" noGrp="1"/>
          </p:cNvSpPr>
          <p:nvPr/>
        </p:nvSpPr>
        <p:spPr>
          <a:xfrm xmlns:a="http://schemas.openxmlformats.org/drawingml/2006/main">
            <a:off x="514350" y="3343275"/>
            <a:ext cx="3714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Adventor"/>
                <a:ea typeface="TeX Gyre Adventor"/>
                <a:cs typeface="TeX Gyre Adventor"/>
              </a:defRPr>
            </a:defPPr>
            <a:lvl1pPr algn="l">
              <a:defRPr sz="1350" b="0" i="0">
                <a:solidFill>
                  <a:srgbClr val="21281F"/>
                </a:solidFill>
                <a:latin typeface="TeX Gyre Adventor"/>
                <a:ea typeface="TeX Gyre Adventor"/>
                <a:cs typeface="TeX Gyre Adventor"/>
              </a:defRPr>
            </a:lvl1pPr>
            <a:lvl2pPr algn="l">
              <a:defRPr sz="1350" b="0" i="0">
                <a:solidFill>
                  <a:srgbClr val="21281F"/>
                </a:solidFill>
                <a:latin typeface="TeX Gyre Adventor"/>
                <a:ea typeface="TeX Gyre Adventor"/>
                <a:cs typeface="TeX Gyre Adventor"/>
              </a:defRPr>
            </a:lvl2pPr>
            <a:lvl3pPr algn="l">
              <a:defRPr sz="1350" b="0" i="0">
                <a:solidFill>
                  <a:srgbClr val="21281F"/>
                </a:solidFill>
                <a:latin typeface="TeX Gyre Adventor"/>
                <a:ea typeface="TeX Gyre Adventor"/>
                <a:cs typeface="TeX Gyre Adventor"/>
              </a:defRPr>
            </a:lvl3pPr>
            <a:lvl4pPr algn="l">
              <a:defRPr sz="1350" b="0" i="0">
                <a:solidFill>
                  <a:srgbClr val="21281F"/>
                </a:solidFill>
                <a:latin typeface="TeX Gyre Adventor"/>
                <a:ea typeface="TeX Gyre Adventor"/>
                <a:cs typeface="TeX Gyre Adventor"/>
              </a:defRPr>
            </a:lvl4pPr>
            <a:lvl5pPr algn="l">
              <a:defRPr sz="1350" b="0" i="0">
                <a:solidFill>
                  <a:srgbClr val="21281F"/>
                </a:solidFill>
                <a:latin typeface="TeX Gyre Adventor"/>
                <a:ea typeface="TeX Gyre Adventor"/>
                <a:cs typeface="TeX Gyre Adventor"/>
              </a:defRPr>
            </a:lvl5pPr>
            <a:lvl6pPr algn="l">
              <a:defRPr sz="1350" b="0" i="0">
                <a:solidFill>
                  <a:srgbClr val="21281F"/>
                </a:solidFill>
                <a:latin typeface="TeX Gyre Adventor"/>
                <a:ea typeface="TeX Gyre Adventor"/>
                <a:cs typeface="TeX Gyre Adventor"/>
              </a:defRPr>
            </a:lvl6pPr>
            <a:lvl7pPr algn="l">
              <a:defRPr sz="1350" b="0" i="0">
                <a:solidFill>
                  <a:srgbClr val="21281F"/>
                </a:solidFill>
                <a:latin typeface="TeX Gyre Adventor"/>
                <a:ea typeface="TeX Gyre Adventor"/>
                <a:cs typeface="TeX Gyre Adventor"/>
              </a:defRPr>
            </a:lvl7pPr>
            <a:lvl8pPr algn="l">
              <a:defRPr sz="1350" b="0" i="0">
                <a:solidFill>
                  <a:srgbClr val="21281F"/>
                </a:solidFill>
                <a:latin typeface="TeX Gyre Adventor"/>
                <a:ea typeface="TeX Gyre Adventor"/>
                <a:cs typeface="TeX Gyre Adventor"/>
              </a:defRPr>
            </a:lvl8pPr>
            <a:lvl9pPr algn="l">
              <a:defRPr sz="1350" b="0" i="0">
                <a:solidFill>
                  <a:srgbClr val="21281F"/>
                </a:solidFill>
                <a:latin typeface="TeX Gyre Adventor"/>
                <a:ea typeface="TeX Gyre Adventor"/>
                <a:cs typeface="TeX Gyre Adventor"/>
              </a:defRPr>
            </a:lvl9pPr>
          </a:lstStyle>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13–19 May 2026</a:t>
            </a:r>
          </a:p>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Long Beach Convention Center</a:t>
            </a:r>
          </a:p>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Tutorials, keynotes and AI track</a:t>
            </a:r>
          </a:p>
        </p:txBody>
      </p:sp>
      <p:sp>
        <p:nvSpPr>
          <p:cNvPr id="17" name="element-52">
            <a:extLst xmlns:a="http://schemas.openxmlformats.org/drawingml/2006/main">
              <a:ext uri="{FF2B5EF4-FFF2-40B4-BE49-F238E27FC236}">
                <a16:creationId xmlns:a16="http://schemas.microsoft.com/office/drawing/2014/main" id="{99CD5716-F267-4982-89C8-D5D073B0C6C6}"/>
              </a:ext>
            </a:extLst>
          </p:cNvPr>
          <p:cNvSpPr>
            <a:spLocks xmlns:a="http://schemas.openxmlformats.org/drawingml/2006/main" noGrp="1"/>
          </p:cNvSpPr>
          <p:nvPr/>
        </p:nvSpPr>
        <p:spPr>
          <a:xfrm xmlns:a="http://schemas.openxmlformats.org/drawingml/2006/main">
            <a:off x="4629150" y="27051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WHY THE AGENT IS USEFUL</a:t>
            </a:r>
          </a:p>
        </p:txBody>
      </p:sp>
      <p:sp>
        <p:nvSpPr>
          <p:cNvPr id="18" name="element-53">
            <a:extLst xmlns:a="http://schemas.openxmlformats.org/drawingml/2006/main">
              <a:ext uri="{FF2B5EF4-FFF2-40B4-BE49-F238E27FC236}">
                <a16:creationId xmlns:a16="http://schemas.microsoft.com/office/drawing/2014/main" id="{7D0B693B-A86C-4466-B09F-4F57424D4B0E}"/>
              </a:ext>
            </a:extLst>
          </p:cNvPr>
          <p:cNvSpPr>
            <a:spLocks xmlns:a="http://schemas.openxmlformats.org/drawingml/2006/main" noGrp="1"/>
          </p:cNvSpPr>
          <p:nvPr/>
        </p:nvSpPr>
        <p:spPr>
          <a:xfrm xmlns:a="http://schemas.openxmlformats.org/drawingml/2006/main">
            <a:off x="4629150" y="2962275"/>
            <a:ext cx="4000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Adventor"/>
                <a:ea typeface="TeX Gyre Adventor"/>
                <a:cs typeface="TeX Gyre Adventor"/>
              </a:defRPr>
            </a:defPPr>
            <a:lvl1pPr algn="l">
              <a:defRPr sz="1350" b="0" i="0">
                <a:solidFill>
                  <a:srgbClr val="21281F"/>
                </a:solidFill>
                <a:latin typeface="TeX Gyre Adventor"/>
                <a:ea typeface="TeX Gyre Adventor"/>
                <a:cs typeface="TeX Gyre Adventor"/>
              </a:defRPr>
            </a:lvl1pPr>
            <a:lvl2pPr algn="l">
              <a:defRPr sz="1350" b="0" i="0">
                <a:solidFill>
                  <a:srgbClr val="21281F"/>
                </a:solidFill>
                <a:latin typeface="TeX Gyre Adventor"/>
                <a:ea typeface="TeX Gyre Adventor"/>
                <a:cs typeface="TeX Gyre Adventor"/>
              </a:defRPr>
            </a:lvl2pPr>
            <a:lvl3pPr algn="l">
              <a:defRPr sz="1350" b="0" i="0">
                <a:solidFill>
                  <a:srgbClr val="21281F"/>
                </a:solidFill>
                <a:latin typeface="TeX Gyre Adventor"/>
                <a:ea typeface="TeX Gyre Adventor"/>
                <a:cs typeface="TeX Gyre Adventor"/>
              </a:defRPr>
            </a:lvl3pPr>
            <a:lvl4pPr algn="l">
              <a:defRPr sz="1350" b="0" i="0">
                <a:solidFill>
                  <a:srgbClr val="21281F"/>
                </a:solidFill>
                <a:latin typeface="TeX Gyre Adventor"/>
                <a:ea typeface="TeX Gyre Adventor"/>
                <a:cs typeface="TeX Gyre Adventor"/>
              </a:defRPr>
            </a:lvl4pPr>
            <a:lvl5pPr algn="l">
              <a:defRPr sz="1350" b="0" i="0">
                <a:solidFill>
                  <a:srgbClr val="21281F"/>
                </a:solidFill>
                <a:latin typeface="TeX Gyre Adventor"/>
                <a:ea typeface="TeX Gyre Adventor"/>
                <a:cs typeface="TeX Gyre Adventor"/>
              </a:defRPr>
            </a:lvl5pPr>
            <a:lvl6pPr algn="l">
              <a:defRPr sz="1350" b="0" i="0">
                <a:solidFill>
                  <a:srgbClr val="21281F"/>
                </a:solidFill>
                <a:latin typeface="TeX Gyre Adventor"/>
                <a:ea typeface="TeX Gyre Adventor"/>
                <a:cs typeface="TeX Gyre Adventor"/>
              </a:defRPr>
            </a:lvl6pPr>
            <a:lvl7pPr algn="l">
              <a:defRPr sz="1350" b="0" i="0">
                <a:solidFill>
                  <a:srgbClr val="21281F"/>
                </a:solidFill>
                <a:latin typeface="TeX Gyre Adventor"/>
                <a:ea typeface="TeX Gyre Adventor"/>
                <a:cs typeface="TeX Gyre Adventor"/>
              </a:defRPr>
            </a:lvl7pPr>
            <a:lvl8pPr algn="l">
              <a:defRPr sz="1350" b="0" i="0">
                <a:solidFill>
                  <a:srgbClr val="21281F"/>
                </a:solidFill>
                <a:latin typeface="TeX Gyre Adventor"/>
                <a:ea typeface="TeX Gyre Adventor"/>
                <a:cs typeface="TeX Gyre Adventor"/>
              </a:defRPr>
            </a:lvl8pPr>
            <a:lvl9pPr algn="l">
              <a:defRPr sz="1350" b="0" i="0">
                <a:solidFill>
                  <a:srgbClr val="21281F"/>
                </a:solidFill>
                <a:latin typeface="TeX Gyre Adventor"/>
                <a:ea typeface="TeX Gyre Adventor"/>
                <a:cs typeface="TeX Gyre Adventor"/>
              </a:defRPr>
            </a:lvl9pPr>
          </a:lstStyle>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Program details can sit behind navigation and interactive sections. The agent can follow those paths and return structured candidates for review.</a:t>
            </a:r>
          </a:p>
        </p:txBody>
      </p:sp>
      <p:sp>
        <p:nvSpPr>
          <p:cNvPr id="19" name="element-54">
            <a:extLst xmlns:a="http://schemas.openxmlformats.org/drawingml/2006/main">
              <a:ext uri="{FF2B5EF4-FFF2-40B4-BE49-F238E27FC236}">
                <a16:creationId xmlns:a16="http://schemas.microsoft.com/office/drawing/2014/main" id="{7C3CACD3-59D6-4D31-AE01-002EDADEA575}"/>
              </a:ext>
            </a:extLst>
          </p:cNvPr>
          <p:cNvSpPr>
            <a:spLocks xmlns:a="http://schemas.openxmlformats.org/drawingml/2006/main" noGrp="1"/>
          </p:cNvSpPr>
          <p:nvPr/>
        </p:nvSpPr>
        <p:spPr>
          <a:xfrm xmlns:a="http://schemas.openxmlformats.org/drawingml/2006/main">
            <a:off x="4629150" y="396240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67685E"/>
                </a:solidFill>
                <a:latin typeface="TeX Gyre Adventor"/>
                <a:ea typeface="TeX Gyre Adventor"/>
                <a:cs typeface="TeX Gyre Adventor"/>
              </a:defRPr>
            </a:defPPr>
            <a:lvl1pPr algn="l">
              <a:defRPr sz="1125" b="0" i="0">
                <a:solidFill>
                  <a:srgbClr val="67685E"/>
                </a:solidFill>
                <a:latin typeface="TeX Gyre Adventor"/>
                <a:ea typeface="TeX Gyre Adventor"/>
                <a:cs typeface="TeX Gyre Adventor"/>
              </a:defRPr>
            </a:lvl1pPr>
            <a:lvl2pPr algn="l">
              <a:defRPr sz="1125" b="0" i="0">
                <a:solidFill>
                  <a:srgbClr val="67685E"/>
                </a:solidFill>
                <a:latin typeface="TeX Gyre Adventor"/>
                <a:ea typeface="TeX Gyre Adventor"/>
                <a:cs typeface="TeX Gyre Adventor"/>
              </a:defRPr>
            </a:lvl2pPr>
            <a:lvl3pPr algn="l">
              <a:defRPr sz="1125" b="0" i="0">
                <a:solidFill>
                  <a:srgbClr val="67685E"/>
                </a:solidFill>
                <a:latin typeface="TeX Gyre Adventor"/>
                <a:ea typeface="TeX Gyre Adventor"/>
                <a:cs typeface="TeX Gyre Adventor"/>
              </a:defRPr>
            </a:lvl3pPr>
            <a:lvl4pPr algn="l">
              <a:defRPr sz="1125" b="0" i="0">
                <a:solidFill>
                  <a:srgbClr val="67685E"/>
                </a:solidFill>
                <a:latin typeface="TeX Gyre Adventor"/>
                <a:ea typeface="TeX Gyre Adventor"/>
                <a:cs typeface="TeX Gyre Adventor"/>
              </a:defRPr>
            </a:lvl4pPr>
            <a:lvl5pPr algn="l">
              <a:defRPr sz="1125" b="0" i="0">
                <a:solidFill>
                  <a:srgbClr val="67685E"/>
                </a:solidFill>
                <a:latin typeface="TeX Gyre Adventor"/>
                <a:ea typeface="TeX Gyre Adventor"/>
                <a:cs typeface="TeX Gyre Adventor"/>
              </a:defRPr>
            </a:lvl5pPr>
            <a:lvl6pPr algn="l">
              <a:defRPr sz="1125" b="0" i="0">
                <a:solidFill>
                  <a:srgbClr val="67685E"/>
                </a:solidFill>
                <a:latin typeface="TeX Gyre Adventor"/>
                <a:ea typeface="TeX Gyre Adventor"/>
                <a:cs typeface="TeX Gyre Adventor"/>
              </a:defRPr>
            </a:lvl6pPr>
            <a:lvl7pPr algn="l">
              <a:defRPr sz="1125" b="0" i="0">
                <a:solidFill>
                  <a:srgbClr val="67685E"/>
                </a:solidFill>
                <a:latin typeface="TeX Gyre Adventor"/>
                <a:ea typeface="TeX Gyre Adventor"/>
                <a:cs typeface="TeX Gyre Adventor"/>
              </a:defRPr>
            </a:lvl7pPr>
            <a:lvl8pPr algn="l">
              <a:defRPr sz="1125" b="0" i="0">
                <a:solidFill>
                  <a:srgbClr val="67685E"/>
                </a:solidFill>
                <a:latin typeface="TeX Gyre Adventor"/>
                <a:ea typeface="TeX Gyre Adventor"/>
                <a:cs typeface="TeX Gyre Adventor"/>
              </a:defRPr>
            </a:lvl8pPr>
            <a:lvl9pPr algn="l">
              <a:defRPr sz="1125" b="0" i="0">
                <a:solidFill>
                  <a:srgbClr val="67685E"/>
                </a:solidFill>
                <a:latin typeface="TeX Gyre Adventor"/>
                <a:ea typeface="TeX Gyre Adventor"/>
                <a:cs typeface="TeX Gyre Adventor"/>
              </a:defRPr>
            </a:lvl9pPr>
          </a:lstStyle>
          <a:p xmlns:a="http://schemas.openxmlformats.org/drawingml/2006/main">
            <a:pPr algn="l">
              <a:defRPr sz="1125" b="0" i="0">
                <a:solidFill>
                  <a:srgbClr val="67685E"/>
                </a:solidFill>
                <a:latin typeface="TeX Gyre Adventor"/>
                <a:ea typeface="TeX Gyre Adventor"/>
                <a:cs typeface="TeX Gyre Adventor"/>
              </a:defRPr>
            </a:pPr>
            <a:r>
              <a:rPr sz="1125" b="0" i="0">
                <a:solidFill>
                  <a:srgbClr val="67685E"/>
                </a:solidFill>
                <a:latin typeface="TeX Gyre Adventor"/>
                <a:ea typeface="TeX Gyre Adventor"/>
                <a:cs typeface="TeX Gyre Adventor"/>
              </a:rPr>
              <a:t>The live provider test completed in 5 steps. The app adapter has a 12-step cap and server-side credentials.</a:t>
            </a:r>
          </a:p>
        </p:txBody>
      </p:sp>
      <p:sp>
        <p:nvSpPr>
          <p:cNvPr id="20" name="element-55">
            <a:extLst xmlns:a="http://schemas.openxmlformats.org/drawingml/2006/main">
              <a:ext uri="{FF2B5EF4-FFF2-40B4-BE49-F238E27FC236}">
                <a16:creationId xmlns:a16="http://schemas.microsoft.com/office/drawing/2014/main" id="{8BA1CBF0-6B14-4DBF-9DCC-DB0564F66829}"/>
              </a:ext>
            </a:extLst>
          </p:cNvPr>
          <p:cNvSpPr>
            <a:spLocks xmlns:a="http://schemas.openxmlformats.org/drawingml/2006/main" noGrp="1"/>
          </p:cNvSpPr>
          <p:nvPr/>
        </p:nvSpPr>
        <p:spPr>
          <a:xfrm xmlns:a="http://schemas.openxmlformats.org/drawingml/2006/main">
            <a:off x="514350" y="4600575"/>
            <a:ext cx="7591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i="0">
                <a:solidFill>
                  <a:srgbClr val="BD422C"/>
                </a:solidFill>
                <a:latin typeface="TeX Gyre Adventor"/>
                <a:ea typeface="TeX Gyre Adventor"/>
                <a:cs typeface="TeX Gyre Adventor"/>
              </a:defRPr>
            </a:defPPr>
            <a:lvl1pPr algn="l">
              <a:defRPr sz="975" b="0" i="0">
                <a:solidFill>
                  <a:srgbClr val="BD422C"/>
                </a:solidFill>
                <a:latin typeface="TeX Gyre Adventor"/>
                <a:ea typeface="TeX Gyre Adventor"/>
                <a:cs typeface="TeX Gyre Adventor"/>
              </a:defRPr>
            </a:lvl1pPr>
            <a:lvl2pPr algn="l">
              <a:defRPr sz="975" b="0" i="0">
                <a:solidFill>
                  <a:srgbClr val="BD422C"/>
                </a:solidFill>
                <a:latin typeface="TeX Gyre Adventor"/>
                <a:ea typeface="TeX Gyre Adventor"/>
                <a:cs typeface="TeX Gyre Adventor"/>
              </a:defRPr>
            </a:lvl2pPr>
            <a:lvl3pPr algn="l">
              <a:defRPr sz="975" b="0" i="0">
                <a:solidFill>
                  <a:srgbClr val="BD422C"/>
                </a:solidFill>
                <a:latin typeface="TeX Gyre Adventor"/>
                <a:ea typeface="TeX Gyre Adventor"/>
                <a:cs typeface="TeX Gyre Adventor"/>
              </a:defRPr>
            </a:lvl3pPr>
            <a:lvl4pPr algn="l">
              <a:defRPr sz="975" b="0" i="0">
                <a:solidFill>
                  <a:srgbClr val="BD422C"/>
                </a:solidFill>
                <a:latin typeface="TeX Gyre Adventor"/>
                <a:ea typeface="TeX Gyre Adventor"/>
                <a:cs typeface="TeX Gyre Adventor"/>
              </a:defRPr>
            </a:lvl4pPr>
            <a:lvl5pPr algn="l">
              <a:defRPr sz="975" b="0" i="0">
                <a:solidFill>
                  <a:srgbClr val="BD422C"/>
                </a:solidFill>
                <a:latin typeface="TeX Gyre Adventor"/>
                <a:ea typeface="TeX Gyre Adventor"/>
                <a:cs typeface="TeX Gyre Adventor"/>
              </a:defRPr>
            </a:lvl5pPr>
            <a:lvl6pPr algn="l">
              <a:defRPr sz="975" b="0" i="0">
                <a:solidFill>
                  <a:srgbClr val="BD422C"/>
                </a:solidFill>
                <a:latin typeface="TeX Gyre Adventor"/>
                <a:ea typeface="TeX Gyre Adventor"/>
                <a:cs typeface="TeX Gyre Adventor"/>
              </a:defRPr>
            </a:lvl6pPr>
            <a:lvl7pPr algn="l">
              <a:defRPr sz="975" b="0" i="0">
                <a:solidFill>
                  <a:srgbClr val="BD422C"/>
                </a:solidFill>
                <a:latin typeface="TeX Gyre Adventor"/>
                <a:ea typeface="TeX Gyre Adventor"/>
                <a:cs typeface="TeX Gyre Adventor"/>
              </a:defRPr>
            </a:lvl7pPr>
            <a:lvl8pPr algn="l">
              <a:defRPr sz="975" b="0" i="0">
                <a:solidFill>
                  <a:srgbClr val="BD422C"/>
                </a:solidFill>
                <a:latin typeface="TeX Gyre Adventor"/>
                <a:ea typeface="TeX Gyre Adventor"/>
                <a:cs typeface="TeX Gyre Adventor"/>
              </a:defRPr>
            </a:lvl8pPr>
            <a:lvl9pPr algn="l">
              <a:defRPr sz="975" b="0" i="0">
                <a:solidFill>
                  <a:srgbClr val="BD422C"/>
                </a:solidFill>
                <a:latin typeface="TeX Gyre Adventor"/>
                <a:ea typeface="TeX Gyre Adventor"/>
                <a:cs typeface="TeX Gyre Adventor"/>
              </a:defRPr>
            </a:lvl9pPr>
          </a:lstStyle>
          <a:p xmlns:a="http://schemas.openxmlformats.org/drawingml/2006/main">
            <a:pPr algn="l">
              <a:defRPr sz="975" b="0" i="0">
                <a:solidFill>
                  <a:srgbClr val="BD422C"/>
                </a:solidFill>
                <a:latin typeface="TeX Gyre Adventor"/>
                <a:ea typeface="TeX Gyre Adventor"/>
                <a:cs typeface="TeX Gyre Adventor"/>
              </a:defRPr>
            </a:pPr>
            <a:r>
              <a:rPr sz="975" b="0" i="0">
                <a:solidFill>
                  <a:srgbClr val="BD422C"/>
                </a:solidFill>
                <a:latin typeface="TeX Gyre Adventor"/>
                <a:ea typeface="TeX Gyre Adventor"/>
                <a:cs typeface="TeX Gyre Adventor"/>
              </a:rPr>
              <a:t>Private notes and photos stay outside TinyFish. Authenticated host save/reopen still needs live verification.</a:t>
            </a:r>
          </a:p>
        </p:txBody>
      </p:sp>
      <p:sp>
        <p:nvSpPr>
          <p:cNvPr id="21" name="element-56">
            <a:extLst xmlns:a="http://schemas.openxmlformats.org/drawingml/2006/main">
              <a:ext uri="{FF2B5EF4-FFF2-40B4-BE49-F238E27FC236}">
                <a16:creationId xmlns:a16="http://schemas.microsoft.com/office/drawing/2014/main" id="{0BE53281-3D45-44D9-ABE7-9E1BBD6AAA36}"/>
              </a:ext>
            </a:extLst>
          </p:cNvPr>
          <p:cNvSpPr>
            <a:spLocks xmlns:a="http://schemas.openxmlformats.org/drawingml/2006/main" noGrp="1"/>
          </p:cNvSpPr>
          <p:nvPr/>
        </p:nvSpPr>
        <p:spPr>
          <a:xfrm xmlns:a="http://schemas.openxmlformats.org/drawingml/2006/main">
            <a:off x="8286750" y="4857750"/>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25" b="0" i="0">
                <a:solidFill>
                  <a:srgbClr val="67685E"/>
                </a:solidFill>
                <a:latin typeface="TeX Gyre Adventor"/>
                <a:ea typeface="TeX Gyre Adventor"/>
                <a:cs typeface="TeX Gyre Adventor"/>
              </a:defRPr>
            </a:defPPr>
            <a:lvl1pPr algn="r">
              <a:defRPr sz="825" b="0" i="0">
                <a:solidFill>
                  <a:srgbClr val="67685E"/>
                </a:solidFill>
                <a:latin typeface="TeX Gyre Adventor"/>
                <a:ea typeface="TeX Gyre Adventor"/>
                <a:cs typeface="TeX Gyre Adventor"/>
              </a:defRPr>
            </a:lvl1pPr>
            <a:lvl2pPr algn="r">
              <a:defRPr sz="825" b="0" i="0">
                <a:solidFill>
                  <a:srgbClr val="67685E"/>
                </a:solidFill>
                <a:latin typeface="TeX Gyre Adventor"/>
                <a:ea typeface="TeX Gyre Adventor"/>
                <a:cs typeface="TeX Gyre Adventor"/>
              </a:defRPr>
            </a:lvl2pPr>
            <a:lvl3pPr algn="r">
              <a:defRPr sz="825" b="0" i="0">
                <a:solidFill>
                  <a:srgbClr val="67685E"/>
                </a:solidFill>
                <a:latin typeface="TeX Gyre Adventor"/>
                <a:ea typeface="TeX Gyre Adventor"/>
                <a:cs typeface="TeX Gyre Adventor"/>
              </a:defRPr>
            </a:lvl3pPr>
            <a:lvl4pPr algn="r">
              <a:defRPr sz="825" b="0" i="0">
                <a:solidFill>
                  <a:srgbClr val="67685E"/>
                </a:solidFill>
                <a:latin typeface="TeX Gyre Adventor"/>
                <a:ea typeface="TeX Gyre Adventor"/>
                <a:cs typeface="TeX Gyre Adventor"/>
              </a:defRPr>
            </a:lvl4pPr>
            <a:lvl5pPr algn="r">
              <a:defRPr sz="825" b="0" i="0">
                <a:solidFill>
                  <a:srgbClr val="67685E"/>
                </a:solidFill>
                <a:latin typeface="TeX Gyre Adventor"/>
                <a:ea typeface="TeX Gyre Adventor"/>
                <a:cs typeface="TeX Gyre Adventor"/>
              </a:defRPr>
            </a:lvl5pPr>
            <a:lvl6pPr algn="r">
              <a:defRPr sz="825" b="0" i="0">
                <a:solidFill>
                  <a:srgbClr val="67685E"/>
                </a:solidFill>
                <a:latin typeface="TeX Gyre Adventor"/>
                <a:ea typeface="TeX Gyre Adventor"/>
                <a:cs typeface="TeX Gyre Adventor"/>
              </a:defRPr>
            </a:lvl6pPr>
            <a:lvl7pPr algn="r">
              <a:defRPr sz="825" b="0" i="0">
                <a:solidFill>
                  <a:srgbClr val="67685E"/>
                </a:solidFill>
                <a:latin typeface="TeX Gyre Adventor"/>
                <a:ea typeface="TeX Gyre Adventor"/>
                <a:cs typeface="TeX Gyre Adventor"/>
              </a:defRPr>
            </a:lvl7pPr>
            <a:lvl8pPr algn="r">
              <a:defRPr sz="825" b="0" i="0">
                <a:solidFill>
                  <a:srgbClr val="67685E"/>
                </a:solidFill>
                <a:latin typeface="TeX Gyre Adventor"/>
                <a:ea typeface="TeX Gyre Adventor"/>
                <a:cs typeface="TeX Gyre Adventor"/>
              </a:defRPr>
            </a:lvl8pPr>
            <a:lvl9pPr algn="r">
              <a:defRPr sz="825" b="0" i="0">
                <a:solidFill>
                  <a:srgbClr val="67685E"/>
                </a:solidFill>
                <a:latin typeface="TeX Gyre Adventor"/>
                <a:ea typeface="TeX Gyre Adventor"/>
                <a:cs typeface="TeX Gyre Adventor"/>
              </a:defRPr>
            </a:lvl9pPr>
          </a:lstStyle>
          <a:p xmlns:a="http://schemas.openxmlformats.org/drawingml/2006/main">
            <a:pPr algn="r">
              <a:defRPr sz="825" b="0" i="0">
                <a:solidFill>
                  <a:srgbClr val="67685E"/>
                </a:solidFill>
                <a:latin typeface="TeX Gyre Adventor"/>
                <a:ea typeface="TeX Gyre Adventor"/>
                <a:cs typeface="TeX Gyre Adventor"/>
              </a:defRPr>
            </a:pPr>
            <a:r>
              <a:rPr sz="825" b="0" i="0">
                <a:solidFill>
                  <a:srgbClr val="67685E"/>
                </a:solidFill>
                <a:latin typeface="TeX Gyre Adventor"/>
                <a:ea typeface="TeX Gyre Adventor"/>
                <a:cs typeface="TeX Gyre Adventor"/>
              </a:rPr>
              <a:t>4 / 8</a:t>
            </a:r>
          </a:p>
        </p:txBody>
      </p:sp>
    </p:spTree>
    <p:extLst>
      <p:ext uri="{BB962C8B-B14F-4D97-AF65-F5344CB8AC3E}">
        <p14:creationId xmlns:p14="http://schemas.microsoft.com/office/powerpoint/2010/main" val="1129870425"/>
      </p:ext>
    </p:extLst>
  </p:cSld>
</p:sld>
</file>

<file path=ppt/slides/slide5.xml><?xml version="1.0" encoding="utf-8"?>
<p:sld xmlns:p="http://schemas.openxmlformats.org/presentationml/2006/main">
  <p:cSld>
    <p:bg>
      <p:bgPr>
        <a:solidFill xmlns:a="http://schemas.openxmlformats.org/drawingml/2006/main">
          <a:srgbClr val="F6EFE6"/>
        </a:solidFill>
      </p:bgPr>
    </p:bg>
    <p:spTree>
      <p:nvGrpSpPr>
        <p:cNvPr id="1" name=""/>
        <p:cNvGrpSpPr/>
        <p:nvPr/>
      </p:nvGrpSpPr>
      <p:grpSpPr>
        <a:xfrm xmlns:a="http://schemas.openxmlformats.org/drawingml/2006/main"/>
      </p:grpSpPr>
      <p:sp>
        <p:nvSpPr>
          <p:cNvPr id="28" name="element-57">
            <a:extLst xmlns:a="http://schemas.openxmlformats.org/drawingml/2006/main">
              <a:ext uri="{FF2B5EF4-FFF2-40B4-BE49-F238E27FC236}">
                <a16:creationId xmlns:a16="http://schemas.microsoft.com/office/drawing/2014/main" id="{EB12B609-B999-45EC-A184-5EADB96E439E}"/>
              </a:ext>
            </a:extLst>
          </p:cNvPr>
          <p:cNvSpPr>
            <a:spLocks xmlns:a="http://schemas.openxmlformats.org/drawingml/2006/main" noGrp="1"/>
          </p:cNvSpPr>
          <p:nvPr/>
        </p:nvSpPr>
        <p:spPr>
          <a:xfrm xmlns:a="http://schemas.openxmlformats.org/drawingml/2006/main">
            <a:off x="514350" y="22860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21281F"/>
                </a:solidFill>
                <a:latin typeface="TeX Gyre Schola"/>
                <a:ea typeface="TeX Gyre Schola"/>
                <a:cs typeface="TeX Gyre Schola"/>
              </a:defRPr>
            </a:defPPr>
            <a:lvl1pPr algn="l">
              <a:defRPr sz="2550" b="1" i="0">
                <a:solidFill>
                  <a:srgbClr val="21281F"/>
                </a:solidFill>
                <a:latin typeface="TeX Gyre Schola"/>
                <a:ea typeface="TeX Gyre Schola"/>
                <a:cs typeface="TeX Gyre Schola"/>
              </a:defRPr>
            </a:lvl1pPr>
            <a:lvl2pPr algn="l">
              <a:defRPr sz="2550" b="1" i="0">
                <a:solidFill>
                  <a:srgbClr val="21281F"/>
                </a:solidFill>
                <a:latin typeface="TeX Gyre Schola"/>
                <a:ea typeface="TeX Gyre Schola"/>
                <a:cs typeface="TeX Gyre Schola"/>
              </a:defRPr>
            </a:lvl2pPr>
            <a:lvl3pPr algn="l">
              <a:defRPr sz="2550" b="1" i="0">
                <a:solidFill>
                  <a:srgbClr val="21281F"/>
                </a:solidFill>
                <a:latin typeface="TeX Gyre Schola"/>
                <a:ea typeface="TeX Gyre Schola"/>
                <a:cs typeface="TeX Gyre Schola"/>
              </a:defRPr>
            </a:lvl3pPr>
            <a:lvl4pPr algn="l">
              <a:defRPr sz="2550" b="1" i="0">
                <a:solidFill>
                  <a:srgbClr val="21281F"/>
                </a:solidFill>
                <a:latin typeface="TeX Gyre Schola"/>
                <a:ea typeface="TeX Gyre Schola"/>
                <a:cs typeface="TeX Gyre Schola"/>
              </a:defRPr>
            </a:lvl4pPr>
            <a:lvl5pPr algn="l">
              <a:defRPr sz="2550" b="1" i="0">
                <a:solidFill>
                  <a:srgbClr val="21281F"/>
                </a:solidFill>
                <a:latin typeface="TeX Gyre Schola"/>
                <a:ea typeface="TeX Gyre Schola"/>
                <a:cs typeface="TeX Gyre Schola"/>
              </a:defRPr>
            </a:lvl5pPr>
            <a:lvl6pPr algn="l">
              <a:defRPr sz="2550" b="1" i="0">
                <a:solidFill>
                  <a:srgbClr val="21281F"/>
                </a:solidFill>
                <a:latin typeface="TeX Gyre Schola"/>
                <a:ea typeface="TeX Gyre Schola"/>
                <a:cs typeface="TeX Gyre Schola"/>
              </a:defRPr>
            </a:lvl6pPr>
            <a:lvl7pPr algn="l">
              <a:defRPr sz="2550" b="1" i="0">
                <a:solidFill>
                  <a:srgbClr val="21281F"/>
                </a:solidFill>
                <a:latin typeface="TeX Gyre Schola"/>
                <a:ea typeface="TeX Gyre Schola"/>
                <a:cs typeface="TeX Gyre Schola"/>
              </a:defRPr>
            </a:lvl7pPr>
            <a:lvl8pPr algn="l">
              <a:defRPr sz="2550" b="1" i="0">
                <a:solidFill>
                  <a:srgbClr val="21281F"/>
                </a:solidFill>
                <a:latin typeface="TeX Gyre Schola"/>
                <a:ea typeface="TeX Gyre Schola"/>
                <a:cs typeface="TeX Gyre Schola"/>
              </a:defRPr>
            </a:lvl8pPr>
            <a:lvl9pPr algn="l">
              <a:defRPr sz="2550" b="1" i="0">
                <a:solidFill>
                  <a:srgbClr val="21281F"/>
                </a:solidFill>
                <a:latin typeface="TeX Gyre Schola"/>
                <a:ea typeface="TeX Gyre Schola"/>
                <a:cs typeface="TeX Gyre Schola"/>
              </a:defRPr>
            </a:lvl9pPr>
          </a:lstStyle>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Private pages and public web research</a:t>
            </a:r>
          </a:p>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have separate paths</a:t>
            </a:r>
          </a:p>
        </p:txBody>
      </p:sp>
      <p:sp>
        <p:nvSpPr>
          <p:cNvPr id="2" name="element-58">
            <a:extLst xmlns:a="http://schemas.openxmlformats.org/drawingml/2006/main">
              <a:ext uri="{FF2B5EF4-FFF2-40B4-BE49-F238E27FC236}">
                <a16:creationId xmlns:a16="http://schemas.microsoft.com/office/drawing/2014/main" id="{DDCF38F6-33BD-4021-8F72-C70804C47217}"/>
              </a:ext>
            </a:extLst>
          </p:cNvPr>
          <p:cNvSpPr>
            <a:spLocks xmlns:a="http://schemas.openxmlformats.org/drawingml/2006/main" noGrp="1"/>
          </p:cNvSpPr>
          <p:nvPr/>
        </p:nvSpPr>
        <p:spPr>
          <a:xfrm xmlns:a="http://schemas.openxmlformats.org/drawingml/2006/main">
            <a:off x="514350" y="1466850"/>
            <a:ext cx="2381250" cy="1009650"/>
          </a:xfrm>
          <a:prstGeom xmlns:a="http://schemas.openxmlformats.org/drawingml/2006/main" prst="rect">
            <a:avLst/>
          </a:prstGeom>
          <a:solidFill xmlns:a="http://schemas.openxmlformats.org/drawingml/2006/main">
            <a:srgbClr val="FFFCF7"/>
          </a:solidFill>
          <a:ln xmlns:a="http://schemas.openxmlformats.org/drawingml/2006/main" w="9525">
            <a:solidFill>
              <a:srgbClr val="21281F"/>
            </a:solidFill>
            <a:prstDash val="solid"/>
          </a:ln>
        </p:spPr>
      </p:sp>
      <p:sp>
        <p:nvSpPr>
          <p:cNvPr id="3" name="element-59">
            <a:extLst xmlns:a="http://schemas.openxmlformats.org/drawingml/2006/main">
              <a:ext uri="{FF2B5EF4-FFF2-40B4-BE49-F238E27FC236}">
                <a16:creationId xmlns:a16="http://schemas.microsoft.com/office/drawing/2014/main" id="{65B165F6-F3C5-42C8-9591-7125FAE053E2}"/>
              </a:ext>
            </a:extLst>
          </p:cNvPr>
          <p:cNvSpPr>
            <a:spLocks xmlns:a="http://schemas.openxmlformats.org/drawingml/2006/main" noGrp="1"/>
          </p:cNvSpPr>
          <p:nvPr/>
        </p:nvSpPr>
        <p:spPr>
          <a:xfrm xmlns:a="http://schemas.openxmlformats.org/drawingml/2006/main">
            <a:off x="628650" y="157162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21281F"/>
                </a:solidFill>
                <a:latin typeface="TeX Gyre Adventor"/>
                <a:ea typeface="TeX Gyre Adventor"/>
                <a:cs typeface="TeX Gyre Adventor"/>
              </a:defRPr>
            </a:defPPr>
            <a:lvl1pPr algn="l">
              <a:defRPr sz="1350" b="1" i="0">
                <a:solidFill>
                  <a:srgbClr val="21281F"/>
                </a:solidFill>
                <a:latin typeface="TeX Gyre Adventor"/>
                <a:ea typeface="TeX Gyre Adventor"/>
                <a:cs typeface="TeX Gyre Adventor"/>
              </a:defRPr>
            </a:lvl1pPr>
            <a:lvl2pPr algn="l">
              <a:defRPr sz="1350" b="1" i="0">
                <a:solidFill>
                  <a:srgbClr val="21281F"/>
                </a:solidFill>
                <a:latin typeface="TeX Gyre Adventor"/>
                <a:ea typeface="TeX Gyre Adventor"/>
                <a:cs typeface="TeX Gyre Adventor"/>
              </a:defRPr>
            </a:lvl2pPr>
            <a:lvl3pPr algn="l">
              <a:defRPr sz="1350" b="1" i="0">
                <a:solidFill>
                  <a:srgbClr val="21281F"/>
                </a:solidFill>
                <a:latin typeface="TeX Gyre Adventor"/>
                <a:ea typeface="TeX Gyre Adventor"/>
                <a:cs typeface="TeX Gyre Adventor"/>
              </a:defRPr>
            </a:lvl3pPr>
            <a:lvl4pPr algn="l">
              <a:defRPr sz="1350" b="1" i="0">
                <a:solidFill>
                  <a:srgbClr val="21281F"/>
                </a:solidFill>
                <a:latin typeface="TeX Gyre Adventor"/>
                <a:ea typeface="TeX Gyre Adventor"/>
                <a:cs typeface="TeX Gyre Adventor"/>
              </a:defRPr>
            </a:lvl4pPr>
            <a:lvl5pPr algn="l">
              <a:defRPr sz="1350" b="1" i="0">
                <a:solidFill>
                  <a:srgbClr val="21281F"/>
                </a:solidFill>
                <a:latin typeface="TeX Gyre Adventor"/>
                <a:ea typeface="TeX Gyre Adventor"/>
                <a:cs typeface="TeX Gyre Adventor"/>
              </a:defRPr>
            </a:lvl5pPr>
            <a:lvl6pPr algn="l">
              <a:defRPr sz="1350" b="1" i="0">
                <a:solidFill>
                  <a:srgbClr val="21281F"/>
                </a:solidFill>
                <a:latin typeface="TeX Gyre Adventor"/>
                <a:ea typeface="TeX Gyre Adventor"/>
                <a:cs typeface="TeX Gyre Adventor"/>
              </a:defRPr>
            </a:lvl6pPr>
            <a:lvl7pPr algn="l">
              <a:defRPr sz="1350" b="1" i="0">
                <a:solidFill>
                  <a:srgbClr val="21281F"/>
                </a:solidFill>
                <a:latin typeface="TeX Gyre Adventor"/>
                <a:ea typeface="TeX Gyre Adventor"/>
                <a:cs typeface="TeX Gyre Adventor"/>
              </a:defRPr>
            </a:lvl7pPr>
            <a:lvl8pPr algn="l">
              <a:defRPr sz="1350" b="1" i="0">
                <a:solidFill>
                  <a:srgbClr val="21281F"/>
                </a:solidFill>
                <a:latin typeface="TeX Gyre Adventor"/>
                <a:ea typeface="TeX Gyre Adventor"/>
                <a:cs typeface="TeX Gyre Adventor"/>
              </a:defRPr>
            </a:lvl8pPr>
            <a:lvl9pPr algn="l">
              <a:defRPr sz="1350" b="1" i="0">
                <a:solidFill>
                  <a:srgbClr val="21281F"/>
                </a:solidFill>
                <a:latin typeface="TeX Gyre Adventor"/>
                <a:ea typeface="TeX Gyre Adventor"/>
                <a:cs typeface="TeX Gyre Adventor"/>
              </a:defRPr>
            </a:lvl9pPr>
          </a:lstStyle>
          <a:p xmlns:a="http://schemas.openxmlformats.org/drawingml/2006/main">
            <a:pPr algn="l">
              <a:defRPr sz="1350" b="1" i="0">
                <a:solidFill>
                  <a:srgbClr val="21281F"/>
                </a:solidFill>
                <a:latin typeface="TeX Gyre Adventor"/>
                <a:ea typeface="TeX Gyre Adventor"/>
                <a:cs typeface="TeX Gyre Adventor"/>
              </a:defRPr>
            </a:pPr>
            <a:r>
              <a:rPr sz="1350" b="1" i="0">
                <a:solidFill>
                  <a:srgbClr val="21281F"/>
                </a:solidFill>
                <a:latin typeface="TeX Gyre Adventor"/>
                <a:ea typeface="TeX Gyre Adventor"/>
                <a:cs typeface="TeX Gyre Adventor"/>
              </a:rPr>
              <a:t>Web app</a:t>
            </a:r>
          </a:p>
        </p:txBody>
      </p:sp>
      <p:sp>
        <p:nvSpPr>
          <p:cNvPr id="4" name="element-60">
            <a:extLst xmlns:a="http://schemas.openxmlformats.org/drawingml/2006/main">
              <a:ext uri="{FF2B5EF4-FFF2-40B4-BE49-F238E27FC236}">
                <a16:creationId xmlns:a16="http://schemas.microsoft.com/office/drawing/2014/main" id="{9BB82D71-BDE0-4E17-BEDB-2C88A5E96971}"/>
              </a:ext>
            </a:extLst>
          </p:cNvPr>
          <p:cNvSpPr>
            <a:spLocks xmlns:a="http://schemas.openxmlformats.org/drawingml/2006/main" noGrp="1"/>
          </p:cNvSpPr>
          <p:nvPr/>
        </p:nvSpPr>
        <p:spPr>
          <a:xfrm xmlns:a="http://schemas.openxmlformats.org/drawingml/2006/main">
            <a:off x="628650" y="1914525"/>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21281F"/>
                </a:solidFill>
                <a:latin typeface="TeX Gyre Adventor"/>
                <a:ea typeface="TeX Gyre Adventor"/>
                <a:cs typeface="TeX Gyre Adventor"/>
              </a:defRPr>
            </a:defPPr>
            <a:lvl1pPr algn="l">
              <a:defRPr sz="1200" b="0" i="0">
                <a:solidFill>
                  <a:srgbClr val="21281F"/>
                </a:solidFill>
                <a:latin typeface="TeX Gyre Adventor"/>
                <a:ea typeface="TeX Gyre Adventor"/>
                <a:cs typeface="TeX Gyre Adventor"/>
              </a:defRPr>
            </a:lvl1pPr>
            <a:lvl2pPr algn="l">
              <a:defRPr sz="1200" b="0" i="0">
                <a:solidFill>
                  <a:srgbClr val="21281F"/>
                </a:solidFill>
                <a:latin typeface="TeX Gyre Adventor"/>
                <a:ea typeface="TeX Gyre Adventor"/>
                <a:cs typeface="TeX Gyre Adventor"/>
              </a:defRPr>
            </a:lvl2pPr>
            <a:lvl3pPr algn="l">
              <a:defRPr sz="1200" b="0" i="0">
                <a:solidFill>
                  <a:srgbClr val="21281F"/>
                </a:solidFill>
                <a:latin typeface="TeX Gyre Adventor"/>
                <a:ea typeface="TeX Gyre Adventor"/>
                <a:cs typeface="TeX Gyre Adventor"/>
              </a:defRPr>
            </a:lvl3pPr>
            <a:lvl4pPr algn="l">
              <a:defRPr sz="1200" b="0" i="0">
                <a:solidFill>
                  <a:srgbClr val="21281F"/>
                </a:solidFill>
                <a:latin typeface="TeX Gyre Adventor"/>
                <a:ea typeface="TeX Gyre Adventor"/>
                <a:cs typeface="TeX Gyre Adventor"/>
              </a:defRPr>
            </a:lvl4pPr>
            <a:lvl5pPr algn="l">
              <a:defRPr sz="1200" b="0" i="0">
                <a:solidFill>
                  <a:srgbClr val="21281F"/>
                </a:solidFill>
                <a:latin typeface="TeX Gyre Adventor"/>
                <a:ea typeface="TeX Gyre Adventor"/>
                <a:cs typeface="TeX Gyre Adventor"/>
              </a:defRPr>
            </a:lvl5pPr>
            <a:lvl6pPr algn="l">
              <a:defRPr sz="1200" b="0" i="0">
                <a:solidFill>
                  <a:srgbClr val="21281F"/>
                </a:solidFill>
                <a:latin typeface="TeX Gyre Adventor"/>
                <a:ea typeface="TeX Gyre Adventor"/>
                <a:cs typeface="TeX Gyre Adventor"/>
              </a:defRPr>
            </a:lvl6pPr>
            <a:lvl7pPr algn="l">
              <a:defRPr sz="1200" b="0" i="0">
                <a:solidFill>
                  <a:srgbClr val="21281F"/>
                </a:solidFill>
                <a:latin typeface="TeX Gyre Adventor"/>
                <a:ea typeface="TeX Gyre Adventor"/>
                <a:cs typeface="TeX Gyre Adventor"/>
              </a:defRPr>
            </a:lvl7pPr>
            <a:lvl8pPr algn="l">
              <a:defRPr sz="1200" b="0" i="0">
                <a:solidFill>
                  <a:srgbClr val="21281F"/>
                </a:solidFill>
                <a:latin typeface="TeX Gyre Adventor"/>
                <a:ea typeface="TeX Gyre Adventor"/>
                <a:cs typeface="TeX Gyre Adventor"/>
              </a:defRPr>
            </a:lvl8pPr>
            <a:lvl9pPr algn="l">
              <a:defRPr sz="1200" b="0" i="0">
                <a:solidFill>
                  <a:srgbClr val="21281F"/>
                </a:solidFill>
                <a:latin typeface="TeX Gyre Adventor"/>
                <a:ea typeface="TeX Gyre Adventor"/>
                <a:cs typeface="TeX Gyre Adventor"/>
              </a:defRPr>
            </a:lvl9pPr>
          </a:lstStyle>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Next.js and React.</a:t>
            </a:r>
          </a:p>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Page editor and life archive.</a:t>
            </a:r>
          </a:p>
        </p:txBody>
      </p:sp>
      <p:sp>
        <p:nvSpPr>
          <p:cNvPr id="5" name="element-61">
            <a:extLst xmlns:a="http://schemas.openxmlformats.org/drawingml/2006/main">
              <a:ext uri="{FF2B5EF4-FFF2-40B4-BE49-F238E27FC236}">
                <a16:creationId xmlns:a16="http://schemas.microsoft.com/office/drawing/2014/main" id="{8BF064D1-AE72-464A-8B7B-6CDFB9584AA2}"/>
              </a:ext>
            </a:extLst>
          </p:cNvPr>
          <p:cNvSpPr>
            <a:spLocks xmlns:a="http://schemas.openxmlformats.org/drawingml/2006/main" noGrp="1"/>
          </p:cNvSpPr>
          <p:nvPr/>
        </p:nvSpPr>
        <p:spPr>
          <a:xfrm xmlns:a="http://schemas.openxmlformats.org/drawingml/2006/main">
            <a:off x="3371850" y="1466850"/>
            <a:ext cx="2381250" cy="1009650"/>
          </a:xfrm>
          <a:prstGeom xmlns:a="http://schemas.openxmlformats.org/drawingml/2006/main" prst="rect">
            <a:avLst/>
          </a:prstGeom>
          <a:solidFill xmlns:a="http://schemas.openxmlformats.org/drawingml/2006/main">
            <a:srgbClr val="21281F"/>
          </a:solidFill>
          <a:ln xmlns:a="http://schemas.openxmlformats.org/drawingml/2006/main" w="9525">
            <a:solidFill>
              <a:srgbClr val="21281F"/>
            </a:solidFill>
            <a:prstDash val="solid"/>
          </a:ln>
        </p:spPr>
      </p:sp>
      <p:sp>
        <p:nvSpPr>
          <p:cNvPr id="6" name="element-62">
            <a:extLst xmlns:a="http://schemas.openxmlformats.org/drawingml/2006/main">
              <a:ext uri="{FF2B5EF4-FFF2-40B4-BE49-F238E27FC236}">
                <a16:creationId xmlns:a16="http://schemas.microsoft.com/office/drawing/2014/main" id="{266E3774-EA77-45C3-9102-C4EB61EB8086}"/>
              </a:ext>
            </a:extLst>
          </p:cNvPr>
          <p:cNvSpPr>
            <a:spLocks xmlns:a="http://schemas.openxmlformats.org/drawingml/2006/main" noGrp="1"/>
          </p:cNvSpPr>
          <p:nvPr/>
        </p:nvSpPr>
        <p:spPr>
          <a:xfrm xmlns:a="http://schemas.openxmlformats.org/drawingml/2006/main">
            <a:off x="3486150" y="157162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F6EFE6"/>
                </a:solidFill>
                <a:latin typeface="TeX Gyre Adventor"/>
                <a:ea typeface="TeX Gyre Adventor"/>
                <a:cs typeface="TeX Gyre Adventor"/>
              </a:defRPr>
            </a:defPPr>
            <a:lvl1pPr algn="l">
              <a:defRPr sz="1350" b="1" i="0">
                <a:solidFill>
                  <a:srgbClr val="F6EFE6"/>
                </a:solidFill>
                <a:latin typeface="TeX Gyre Adventor"/>
                <a:ea typeface="TeX Gyre Adventor"/>
                <a:cs typeface="TeX Gyre Adventor"/>
              </a:defRPr>
            </a:lvl1pPr>
            <a:lvl2pPr algn="l">
              <a:defRPr sz="1350" b="1" i="0">
                <a:solidFill>
                  <a:srgbClr val="F6EFE6"/>
                </a:solidFill>
                <a:latin typeface="TeX Gyre Adventor"/>
                <a:ea typeface="TeX Gyre Adventor"/>
                <a:cs typeface="TeX Gyre Adventor"/>
              </a:defRPr>
            </a:lvl2pPr>
            <a:lvl3pPr algn="l">
              <a:defRPr sz="1350" b="1" i="0">
                <a:solidFill>
                  <a:srgbClr val="F6EFE6"/>
                </a:solidFill>
                <a:latin typeface="TeX Gyre Adventor"/>
                <a:ea typeface="TeX Gyre Adventor"/>
                <a:cs typeface="TeX Gyre Adventor"/>
              </a:defRPr>
            </a:lvl3pPr>
            <a:lvl4pPr algn="l">
              <a:defRPr sz="1350" b="1" i="0">
                <a:solidFill>
                  <a:srgbClr val="F6EFE6"/>
                </a:solidFill>
                <a:latin typeface="TeX Gyre Adventor"/>
                <a:ea typeface="TeX Gyre Adventor"/>
                <a:cs typeface="TeX Gyre Adventor"/>
              </a:defRPr>
            </a:lvl4pPr>
            <a:lvl5pPr algn="l">
              <a:defRPr sz="1350" b="1" i="0">
                <a:solidFill>
                  <a:srgbClr val="F6EFE6"/>
                </a:solidFill>
                <a:latin typeface="TeX Gyre Adventor"/>
                <a:ea typeface="TeX Gyre Adventor"/>
                <a:cs typeface="TeX Gyre Adventor"/>
              </a:defRPr>
            </a:lvl5pPr>
            <a:lvl6pPr algn="l">
              <a:defRPr sz="1350" b="1" i="0">
                <a:solidFill>
                  <a:srgbClr val="F6EFE6"/>
                </a:solidFill>
                <a:latin typeface="TeX Gyre Adventor"/>
                <a:ea typeface="TeX Gyre Adventor"/>
                <a:cs typeface="TeX Gyre Adventor"/>
              </a:defRPr>
            </a:lvl6pPr>
            <a:lvl7pPr algn="l">
              <a:defRPr sz="1350" b="1" i="0">
                <a:solidFill>
                  <a:srgbClr val="F6EFE6"/>
                </a:solidFill>
                <a:latin typeface="TeX Gyre Adventor"/>
                <a:ea typeface="TeX Gyre Adventor"/>
                <a:cs typeface="TeX Gyre Adventor"/>
              </a:defRPr>
            </a:lvl7pPr>
            <a:lvl8pPr algn="l">
              <a:defRPr sz="1350" b="1" i="0">
                <a:solidFill>
                  <a:srgbClr val="F6EFE6"/>
                </a:solidFill>
                <a:latin typeface="TeX Gyre Adventor"/>
                <a:ea typeface="TeX Gyre Adventor"/>
                <a:cs typeface="TeX Gyre Adventor"/>
              </a:defRPr>
            </a:lvl8pPr>
            <a:lvl9pPr algn="l">
              <a:defRPr sz="1350" b="1" i="0">
                <a:solidFill>
                  <a:srgbClr val="F6EFE6"/>
                </a:solidFill>
                <a:latin typeface="TeX Gyre Adventor"/>
                <a:ea typeface="TeX Gyre Adventor"/>
                <a:cs typeface="TeX Gyre Adventor"/>
              </a:defRPr>
            </a:lvl9pPr>
          </a:lstStyle>
          <a:p xmlns:a="http://schemas.openxmlformats.org/drawingml/2006/main">
            <a:pPr algn="l">
              <a:defRPr sz="1350" b="1" i="0">
                <a:solidFill>
                  <a:srgbClr val="F6EFE6"/>
                </a:solidFill>
                <a:latin typeface="TeX Gyre Adventor"/>
                <a:ea typeface="TeX Gyre Adventor"/>
                <a:cs typeface="TeX Gyre Adventor"/>
              </a:defRPr>
            </a:pPr>
            <a:r>
              <a:rPr sz="1350" b="1" i="0">
                <a:solidFill>
                  <a:srgbClr val="F6EFE6"/>
                </a:solidFill>
                <a:latin typeface="TeX Gyre Adventor"/>
                <a:ea typeface="TeX Gyre Adventor"/>
                <a:cs typeface="TeX Gyre Adventor"/>
              </a:rPr>
              <a:t>Authenticated server</a:t>
            </a:r>
          </a:p>
        </p:txBody>
      </p:sp>
      <p:sp>
        <p:nvSpPr>
          <p:cNvPr id="7" name="element-63">
            <a:extLst xmlns:a="http://schemas.openxmlformats.org/drawingml/2006/main">
              <a:ext uri="{FF2B5EF4-FFF2-40B4-BE49-F238E27FC236}">
                <a16:creationId xmlns:a16="http://schemas.microsoft.com/office/drawing/2014/main" id="{BA6CA855-206E-4218-98FA-F1F87206D77F}"/>
              </a:ext>
            </a:extLst>
          </p:cNvPr>
          <p:cNvSpPr>
            <a:spLocks xmlns:a="http://schemas.openxmlformats.org/drawingml/2006/main" noGrp="1"/>
          </p:cNvSpPr>
          <p:nvPr/>
        </p:nvSpPr>
        <p:spPr>
          <a:xfrm xmlns:a="http://schemas.openxmlformats.org/drawingml/2006/main">
            <a:off x="3486150" y="1914525"/>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F6EFE6"/>
                </a:solidFill>
                <a:latin typeface="TeX Gyre Adventor"/>
                <a:ea typeface="TeX Gyre Adventor"/>
                <a:cs typeface="TeX Gyre Adventor"/>
              </a:defRPr>
            </a:defPPr>
            <a:lvl1pPr algn="l">
              <a:defRPr sz="1200" b="0" i="0">
                <a:solidFill>
                  <a:srgbClr val="F6EFE6"/>
                </a:solidFill>
                <a:latin typeface="TeX Gyre Adventor"/>
                <a:ea typeface="TeX Gyre Adventor"/>
                <a:cs typeface="TeX Gyre Adventor"/>
              </a:defRPr>
            </a:lvl1pPr>
            <a:lvl2pPr algn="l">
              <a:defRPr sz="1200" b="0" i="0">
                <a:solidFill>
                  <a:srgbClr val="F6EFE6"/>
                </a:solidFill>
                <a:latin typeface="TeX Gyre Adventor"/>
                <a:ea typeface="TeX Gyre Adventor"/>
                <a:cs typeface="TeX Gyre Adventor"/>
              </a:defRPr>
            </a:lvl2pPr>
            <a:lvl3pPr algn="l">
              <a:defRPr sz="1200" b="0" i="0">
                <a:solidFill>
                  <a:srgbClr val="F6EFE6"/>
                </a:solidFill>
                <a:latin typeface="TeX Gyre Adventor"/>
                <a:ea typeface="TeX Gyre Adventor"/>
                <a:cs typeface="TeX Gyre Adventor"/>
              </a:defRPr>
            </a:lvl3pPr>
            <a:lvl4pPr algn="l">
              <a:defRPr sz="1200" b="0" i="0">
                <a:solidFill>
                  <a:srgbClr val="F6EFE6"/>
                </a:solidFill>
                <a:latin typeface="TeX Gyre Adventor"/>
                <a:ea typeface="TeX Gyre Adventor"/>
                <a:cs typeface="TeX Gyre Adventor"/>
              </a:defRPr>
            </a:lvl4pPr>
            <a:lvl5pPr algn="l">
              <a:defRPr sz="1200" b="0" i="0">
                <a:solidFill>
                  <a:srgbClr val="F6EFE6"/>
                </a:solidFill>
                <a:latin typeface="TeX Gyre Adventor"/>
                <a:ea typeface="TeX Gyre Adventor"/>
                <a:cs typeface="TeX Gyre Adventor"/>
              </a:defRPr>
            </a:lvl5pPr>
            <a:lvl6pPr algn="l">
              <a:defRPr sz="1200" b="0" i="0">
                <a:solidFill>
                  <a:srgbClr val="F6EFE6"/>
                </a:solidFill>
                <a:latin typeface="TeX Gyre Adventor"/>
                <a:ea typeface="TeX Gyre Adventor"/>
                <a:cs typeface="TeX Gyre Adventor"/>
              </a:defRPr>
            </a:lvl6pPr>
            <a:lvl7pPr algn="l">
              <a:defRPr sz="1200" b="0" i="0">
                <a:solidFill>
                  <a:srgbClr val="F6EFE6"/>
                </a:solidFill>
                <a:latin typeface="TeX Gyre Adventor"/>
                <a:ea typeface="TeX Gyre Adventor"/>
                <a:cs typeface="TeX Gyre Adventor"/>
              </a:defRPr>
            </a:lvl7pPr>
            <a:lvl8pPr algn="l">
              <a:defRPr sz="1200" b="0" i="0">
                <a:solidFill>
                  <a:srgbClr val="F6EFE6"/>
                </a:solidFill>
                <a:latin typeface="TeX Gyre Adventor"/>
                <a:ea typeface="TeX Gyre Adventor"/>
                <a:cs typeface="TeX Gyre Adventor"/>
              </a:defRPr>
            </a:lvl8pPr>
            <a:lvl9pPr algn="l">
              <a:defRPr sz="1200" b="0" i="0">
                <a:solidFill>
                  <a:srgbClr val="F6EFE6"/>
                </a:solidFill>
                <a:latin typeface="TeX Gyre Adventor"/>
                <a:ea typeface="TeX Gyre Adventor"/>
                <a:cs typeface="TeX Gyre Adventor"/>
              </a:defRPr>
            </a:lvl9pPr>
          </a:lstStyle>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Account checks, consent</a:t>
            </a:r>
          </a:p>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and bounded research jobs.</a:t>
            </a:r>
          </a:p>
        </p:txBody>
      </p:sp>
      <p:sp>
        <p:nvSpPr>
          <p:cNvPr id="8" name="element-64">
            <a:extLst xmlns:a="http://schemas.openxmlformats.org/drawingml/2006/main">
              <a:ext uri="{FF2B5EF4-FFF2-40B4-BE49-F238E27FC236}">
                <a16:creationId xmlns:a16="http://schemas.microsoft.com/office/drawing/2014/main" id="{A799F22C-AE9B-4561-94C2-1F2BB43FCDA8}"/>
              </a:ext>
            </a:extLst>
          </p:cNvPr>
          <p:cNvSpPr>
            <a:spLocks xmlns:a="http://schemas.openxmlformats.org/drawingml/2006/main" noGrp="1"/>
          </p:cNvSpPr>
          <p:nvPr/>
        </p:nvSpPr>
        <p:spPr>
          <a:xfrm xmlns:a="http://schemas.openxmlformats.org/drawingml/2006/main">
            <a:off x="6229350" y="1466850"/>
            <a:ext cx="2381250" cy="1009650"/>
          </a:xfrm>
          <a:prstGeom xmlns:a="http://schemas.openxmlformats.org/drawingml/2006/main" prst="rect">
            <a:avLst/>
          </a:prstGeom>
          <a:solidFill xmlns:a="http://schemas.openxmlformats.org/drawingml/2006/main">
            <a:srgbClr val="BD422C"/>
          </a:solidFill>
          <a:ln xmlns:a="http://schemas.openxmlformats.org/drawingml/2006/main" w="9525">
            <a:solidFill>
              <a:srgbClr val="21281F"/>
            </a:solidFill>
            <a:prstDash val="solid"/>
          </a:ln>
        </p:spPr>
      </p:sp>
      <p:sp>
        <p:nvSpPr>
          <p:cNvPr id="9" name="element-65">
            <a:extLst xmlns:a="http://schemas.openxmlformats.org/drawingml/2006/main">
              <a:ext uri="{FF2B5EF4-FFF2-40B4-BE49-F238E27FC236}">
                <a16:creationId xmlns:a16="http://schemas.microsoft.com/office/drawing/2014/main" id="{110CBA4C-C787-4F3E-AA8A-0CD44580C805}"/>
              </a:ext>
            </a:extLst>
          </p:cNvPr>
          <p:cNvSpPr>
            <a:spLocks xmlns:a="http://schemas.openxmlformats.org/drawingml/2006/main" noGrp="1"/>
          </p:cNvSpPr>
          <p:nvPr/>
        </p:nvSpPr>
        <p:spPr>
          <a:xfrm xmlns:a="http://schemas.openxmlformats.org/drawingml/2006/main">
            <a:off x="6343650" y="157162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F6EFE6"/>
                </a:solidFill>
                <a:latin typeface="TeX Gyre Adventor"/>
                <a:ea typeface="TeX Gyre Adventor"/>
                <a:cs typeface="TeX Gyre Adventor"/>
              </a:defRPr>
            </a:defPPr>
            <a:lvl1pPr algn="l">
              <a:defRPr sz="1350" b="1" i="0">
                <a:solidFill>
                  <a:srgbClr val="F6EFE6"/>
                </a:solidFill>
                <a:latin typeface="TeX Gyre Adventor"/>
                <a:ea typeface="TeX Gyre Adventor"/>
                <a:cs typeface="TeX Gyre Adventor"/>
              </a:defRPr>
            </a:lvl1pPr>
            <a:lvl2pPr algn="l">
              <a:defRPr sz="1350" b="1" i="0">
                <a:solidFill>
                  <a:srgbClr val="F6EFE6"/>
                </a:solidFill>
                <a:latin typeface="TeX Gyre Adventor"/>
                <a:ea typeface="TeX Gyre Adventor"/>
                <a:cs typeface="TeX Gyre Adventor"/>
              </a:defRPr>
            </a:lvl2pPr>
            <a:lvl3pPr algn="l">
              <a:defRPr sz="1350" b="1" i="0">
                <a:solidFill>
                  <a:srgbClr val="F6EFE6"/>
                </a:solidFill>
                <a:latin typeface="TeX Gyre Adventor"/>
                <a:ea typeface="TeX Gyre Adventor"/>
                <a:cs typeface="TeX Gyre Adventor"/>
              </a:defRPr>
            </a:lvl3pPr>
            <a:lvl4pPr algn="l">
              <a:defRPr sz="1350" b="1" i="0">
                <a:solidFill>
                  <a:srgbClr val="F6EFE6"/>
                </a:solidFill>
                <a:latin typeface="TeX Gyre Adventor"/>
                <a:ea typeface="TeX Gyre Adventor"/>
                <a:cs typeface="TeX Gyre Adventor"/>
              </a:defRPr>
            </a:lvl4pPr>
            <a:lvl5pPr algn="l">
              <a:defRPr sz="1350" b="1" i="0">
                <a:solidFill>
                  <a:srgbClr val="F6EFE6"/>
                </a:solidFill>
                <a:latin typeface="TeX Gyre Adventor"/>
                <a:ea typeface="TeX Gyre Adventor"/>
                <a:cs typeface="TeX Gyre Adventor"/>
              </a:defRPr>
            </a:lvl5pPr>
            <a:lvl6pPr algn="l">
              <a:defRPr sz="1350" b="1" i="0">
                <a:solidFill>
                  <a:srgbClr val="F6EFE6"/>
                </a:solidFill>
                <a:latin typeface="TeX Gyre Adventor"/>
                <a:ea typeface="TeX Gyre Adventor"/>
                <a:cs typeface="TeX Gyre Adventor"/>
              </a:defRPr>
            </a:lvl6pPr>
            <a:lvl7pPr algn="l">
              <a:defRPr sz="1350" b="1" i="0">
                <a:solidFill>
                  <a:srgbClr val="F6EFE6"/>
                </a:solidFill>
                <a:latin typeface="TeX Gyre Adventor"/>
                <a:ea typeface="TeX Gyre Adventor"/>
                <a:cs typeface="TeX Gyre Adventor"/>
              </a:defRPr>
            </a:lvl7pPr>
            <a:lvl8pPr algn="l">
              <a:defRPr sz="1350" b="1" i="0">
                <a:solidFill>
                  <a:srgbClr val="F6EFE6"/>
                </a:solidFill>
                <a:latin typeface="TeX Gyre Adventor"/>
                <a:ea typeface="TeX Gyre Adventor"/>
                <a:cs typeface="TeX Gyre Adventor"/>
              </a:defRPr>
            </a:lvl8pPr>
            <a:lvl9pPr algn="l">
              <a:defRPr sz="1350" b="1" i="0">
                <a:solidFill>
                  <a:srgbClr val="F6EFE6"/>
                </a:solidFill>
                <a:latin typeface="TeX Gyre Adventor"/>
                <a:ea typeface="TeX Gyre Adventor"/>
                <a:cs typeface="TeX Gyre Adventor"/>
              </a:defRPr>
            </a:lvl9pPr>
          </a:lstStyle>
          <a:p xmlns:a="http://schemas.openxmlformats.org/drawingml/2006/main">
            <a:pPr algn="l">
              <a:defRPr sz="1350" b="1" i="0">
                <a:solidFill>
                  <a:srgbClr val="F6EFE6"/>
                </a:solidFill>
                <a:latin typeface="TeX Gyre Adventor"/>
                <a:ea typeface="TeX Gyre Adventor"/>
                <a:cs typeface="TeX Gyre Adventor"/>
              </a:defRPr>
            </a:pPr>
            <a:r>
              <a:rPr sz="1350" b="1" i="0">
                <a:solidFill>
                  <a:srgbClr val="F6EFE6"/>
                </a:solidFill>
                <a:latin typeface="TeX Gyre Adventor"/>
                <a:ea typeface="TeX Gyre Adventor"/>
                <a:cs typeface="TeX Gyre Adventor"/>
              </a:rPr>
              <a:t>TinyFish worker</a:t>
            </a:r>
          </a:p>
        </p:txBody>
      </p:sp>
      <p:sp>
        <p:nvSpPr>
          <p:cNvPr id="10" name="element-66">
            <a:extLst xmlns:a="http://schemas.openxmlformats.org/drawingml/2006/main">
              <a:ext uri="{FF2B5EF4-FFF2-40B4-BE49-F238E27FC236}">
                <a16:creationId xmlns:a16="http://schemas.microsoft.com/office/drawing/2014/main" id="{09F19A43-8333-4EF8-92B5-47B5AA0023C8}"/>
              </a:ext>
            </a:extLst>
          </p:cNvPr>
          <p:cNvSpPr>
            <a:spLocks xmlns:a="http://schemas.openxmlformats.org/drawingml/2006/main" noGrp="1"/>
          </p:cNvSpPr>
          <p:nvPr/>
        </p:nvSpPr>
        <p:spPr>
          <a:xfrm xmlns:a="http://schemas.openxmlformats.org/drawingml/2006/main">
            <a:off x="6343650" y="1914525"/>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F6EFE6"/>
                </a:solidFill>
                <a:latin typeface="TeX Gyre Adventor"/>
                <a:ea typeface="TeX Gyre Adventor"/>
                <a:cs typeface="TeX Gyre Adventor"/>
              </a:defRPr>
            </a:defPPr>
            <a:lvl1pPr algn="l">
              <a:defRPr sz="1200" b="0" i="0">
                <a:solidFill>
                  <a:srgbClr val="F6EFE6"/>
                </a:solidFill>
                <a:latin typeface="TeX Gyre Adventor"/>
                <a:ea typeface="TeX Gyre Adventor"/>
                <a:cs typeface="TeX Gyre Adventor"/>
              </a:defRPr>
            </a:lvl1pPr>
            <a:lvl2pPr algn="l">
              <a:defRPr sz="1200" b="0" i="0">
                <a:solidFill>
                  <a:srgbClr val="F6EFE6"/>
                </a:solidFill>
                <a:latin typeface="TeX Gyre Adventor"/>
                <a:ea typeface="TeX Gyre Adventor"/>
                <a:cs typeface="TeX Gyre Adventor"/>
              </a:defRPr>
            </a:lvl2pPr>
            <a:lvl3pPr algn="l">
              <a:defRPr sz="1200" b="0" i="0">
                <a:solidFill>
                  <a:srgbClr val="F6EFE6"/>
                </a:solidFill>
                <a:latin typeface="TeX Gyre Adventor"/>
                <a:ea typeface="TeX Gyre Adventor"/>
                <a:cs typeface="TeX Gyre Adventor"/>
              </a:defRPr>
            </a:lvl3pPr>
            <a:lvl4pPr algn="l">
              <a:defRPr sz="1200" b="0" i="0">
                <a:solidFill>
                  <a:srgbClr val="F6EFE6"/>
                </a:solidFill>
                <a:latin typeface="TeX Gyre Adventor"/>
                <a:ea typeface="TeX Gyre Adventor"/>
                <a:cs typeface="TeX Gyre Adventor"/>
              </a:defRPr>
            </a:lvl4pPr>
            <a:lvl5pPr algn="l">
              <a:defRPr sz="1200" b="0" i="0">
                <a:solidFill>
                  <a:srgbClr val="F6EFE6"/>
                </a:solidFill>
                <a:latin typeface="TeX Gyre Adventor"/>
                <a:ea typeface="TeX Gyre Adventor"/>
                <a:cs typeface="TeX Gyre Adventor"/>
              </a:defRPr>
            </a:lvl5pPr>
            <a:lvl6pPr algn="l">
              <a:defRPr sz="1200" b="0" i="0">
                <a:solidFill>
                  <a:srgbClr val="F6EFE6"/>
                </a:solidFill>
                <a:latin typeface="TeX Gyre Adventor"/>
                <a:ea typeface="TeX Gyre Adventor"/>
                <a:cs typeface="TeX Gyre Adventor"/>
              </a:defRPr>
            </a:lvl6pPr>
            <a:lvl7pPr algn="l">
              <a:defRPr sz="1200" b="0" i="0">
                <a:solidFill>
                  <a:srgbClr val="F6EFE6"/>
                </a:solidFill>
                <a:latin typeface="TeX Gyre Adventor"/>
                <a:ea typeface="TeX Gyre Adventor"/>
                <a:cs typeface="TeX Gyre Adventor"/>
              </a:defRPr>
            </a:lvl7pPr>
            <a:lvl8pPr algn="l">
              <a:defRPr sz="1200" b="0" i="0">
                <a:solidFill>
                  <a:srgbClr val="F6EFE6"/>
                </a:solidFill>
                <a:latin typeface="TeX Gyre Adventor"/>
                <a:ea typeface="TeX Gyre Adventor"/>
                <a:cs typeface="TeX Gyre Adventor"/>
              </a:defRPr>
            </a:lvl8pPr>
            <a:lvl9pPr algn="l">
              <a:defRPr sz="1200" b="0" i="0">
                <a:solidFill>
                  <a:srgbClr val="F6EFE6"/>
                </a:solidFill>
                <a:latin typeface="TeX Gyre Adventor"/>
                <a:ea typeface="TeX Gyre Adventor"/>
                <a:cs typeface="TeX Gyre Adventor"/>
              </a:defRPr>
            </a:lvl9pPr>
          </a:lstStyle>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Receives a public event URL</a:t>
            </a:r>
          </a:p>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and fixed extraction goal.</a:t>
            </a:r>
          </a:p>
        </p:txBody>
      </p:sp>
      <p:sp>
        <p:nvSpPr>
          <p:cNvPr id="11" name="element-67">
            <a:extLst xmlns:a="http://schemas.openxmlformats.org/drawingml/2006/main">
              <a:ext uri="{FF2B5EF4-FFF2-40B4-BE49-F238E27FC236}">
                <a16:creationId xmlns:a16="http://schemas.microsoft.com/office/drawing/2014/main" id="{8500984E-442B-4349-9819-9CF2C1C26127}"/>
              </a:ext>
            </a:extLst>
          </p:cNvPr>
          <p:cNvSpPr>
            <a:spLocks xmlns:a="http://schemas.openxmlformats.org/drawingml/2006/main" noGrp="1"/>
          </p:cNvSpPr>
          <p:nvPr/>
        </p:nvSpPr>
        <p:spPr>
          <a:xfrm xmlns:a="http://schemas.openxmlformats.org/drawingml/2006/main">
            <a:off x="514350" y="2876550"/>
            <a:ext cx="2381250" cy="1009650"/>
          </a:xfrm>
          <a:prstGeom xmlns:a="http://schemas.openxmlformats.org/drawingml/2006/main" prst="rect">
            <a:avLst/>
          </a:prstGeom>
          <a:solidFill xmlns:a="http://schemas.openxmlformats.org/drawingml/2006/main">
            <a:srgbClr val="FFFCF7"/>
          </a:solidFill>
          <a:ln xmlns:a="http://schemas.openxmlformats.org/drawingml/2006/main" w="9525">
            <a:solidFill>
              <a:srgbClr val="21281F"/>
            </a:solidFill>
            <a:prstDash val="solid"/>
          </a:ln>
        </p:spPr>
      </p:sp>
      <p:sp>
        <p:nvSpPr>
          <p:cNvPr id="12" name="element-68">
            <a:extLst xmlns:a="http://schemas.openxmlformats.org/drawingml/2006/main">
              <a:ext uri="{FF2B5EF4-FFF2-40B4-BE49-F238E27FC236}">
                <a16:creationId xmlns:a16="http://schemas.microsoft.com/office/drawing/2014/main" id="{7EB0590C-E09B-49C2-A6F0-6785DD27ED7C}"/>
              </a:ext>
            </a:extLst>
          </p:cNvPr>
          <p:cNvSpPr>
            <a:spLocks xmlns:a="http://schemas.openxmlformats.org/drawingml/2006/main" noGrp="1"/>
          </p:cNvSpPr>
          <p:nvPr/>
        </p:nvSpPr>
        <p:spPr>
          <a:xfrm xmlns:a="http://schemas.openxmlformats.org/drawingml/2006/main">
            <a:off x="628650" y="298132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21281F"/>
                </a:solidFill>
                <a:latin typeface="TeX Gyre Adventor"/>
                <a:ea typeface="TeX Gyre Adventor"/>
                <a:cs typeface="TeX Gyre Adventor"/>
              </a:defRPr>
            </a:defPPr>
            <a:lvl1pPr algn="l">
              <a:defRPr sz="1350" b="1" i="0">
                <a:solidFill>
                  <a:srgbClr val="21281F"/>
                </a:solidFill>
                <a:latin typeface="TeX Gyre Adventor"/>
                <a:ea typeface="TeX Gyre Adventor"/>
                <a:cs typeface="TeX Gyre Adventor"/>
              </a:defRPr>
            </a:lvl1pPr>
            <a:lvl2pPr algn="l">
              <a:defRPr sz="1350" b="1" i="0">
                <a:solidFill>
                  <a:srgbClr val="21281F"/>
                </a:solidFill>
                <a:latin typeface="TeX Gyre Adventor"/>
                <a:ea typeface="TeX Gyre Adventor"/>
                <a:cs typeface="TeX Gyre Adventor"/>
              </a:defRPr>
            </a:lvl2pPr>
            <a:lvl3pPr algn="l">
              <a:defRPr sz="1350" b="1" i="0">
                <a:solidFill>
                  <a:srgbClr val="21281F"/>
                </a:solidFill>
                <a:latin typeface="TeX Gyre Adventor"/>
                <a:ea typeface="TeX Gyre Adventor"/>
                <a:cs typeface="TeX Gyre Adventor"/>
              </a:defRPr>
            </a:lvl3pPr>
            <a:lvl4pPr algn="l">
              <a:defRPr sz="1350" b="1" i="0">
                <a:solidFill>
                  <a:srgbClr val="21281F"/>
                </a:solidFill>
                <a:latin typeface="TeX Gyre Adventor"/>
                <a:ea typeface="TeX Gyre Adventor"/>
                <a:cs typeface="TeX Gyre Adventor"/>
              </a:defRPr>
            </a:lvl4pPr>
            <a:lvl5pPr algn="l">
              <a:defRPr sz="1350" b="1" i="0">
                <a:solidFill>
                  <a:srgbClr val="21281F"/>
                </a:solidFill>
                <a:latin typeface="TeX Gyre Adventor"/>
                <a:ea typeface="TeX Gyre Adventor"/>
                <a:cs typeface="TeX Gyre Adventor"/>
              </a:defRPr>
            </a:lvl5pPr>
            <a:lvl6pPr algn="l">
              <a:defRPr sz="1350" b="1" i="0">
                <a:solidFill>
                  <a:srgbClr val="21281F"/>
                </a:solidFill>
                <a:latin typeface="TeX Gyre Adventor"/>
                <a:ea typeface="TeX Gyre Adventor"/>
                <a:cs typeface="TeX Gyre Adventor"/>
              </a:defRPr>
            </a:lvl6pPr>
            <a:lvl7pPr algn="l">
              <a:defRPr sz="1350" b="1" i="0">
                <a:solidFill>
                  <a:srgbClr val="21281F"/>
                </a:solidFill>
                <a:latin typeface="TeX Gyre Adventor"/>
                <a:ea typeface="TeX Gyre Adventor"/>
                <a:cs typeface="TeX Gyre Adventor"/>
              </a:defRPr>
            </a:lvl7pPr>
            <a:lvl8pPr algn="l">
              <a:defRPr sz="1350" b="1" i="0">
                <a:solidFill>
                  <a:srgbClr val="21281F"/>
                </a:solidFill>
                <a:latin typeface="TeX Gyre Adventor"/>
                <a:ea typeface="TeX Gyre Adventor"/>
                <a:cs typeface="TeX Gyre Adventor"/>
              </a:defRPr>
            </a:lvl8pPr>
            <a:lvl9pPr algn="l">
              <a:defRPr sz="1350" b="1" i="0">
                <a:solidFill>
                  <a:srgbClr val="21281F"/>
                </a:solidFill>
                <a:latin typeface="TeX Gyre Adventor"/>
                <a:ea typeface="TeX Gyre Adventor"/>
                <a:cs typeface="TeX Gyre Adventor"/>
              </a:defRPr>
            </a:lvl9pPr>
          </a:lstStyle>
          <a:p xmlns:a="http://schemas.openxmlformats.org/drawingml/2006/main">
            <a:pPr algn="l">
              <a:defRPr sz="1350" b="1" i="0">
                <a:solidFill>
                  <a:srgbClr val="21281F"/>
                </a:solidFill>
                <a:latin typeface="TeX Gyre Adventor"/>
                <a:ea typeface="TeX Gyre Adventor"/>
                <a:cs typeface="TeX Gyre Adventor"/>
              </a:defRPr>
            </a:pPr>
            <a:r>
              <a:rPr sz="1350" b="1" i="0">
                <a:solidFill>
                  <a:srgbClr val="21281F"/>
                </a:solidFill>
                <a:latin typeface="TeX Gyre Adventor"/>
                <a:ea typeface="TeX Gyre Adventor"/>
                <a:cs typeface="TeX Gyre Adventor"/>
              </a:rPr>
              <a:t>Optional AI adapter</a:t>
            </a:r>
          </a:p>
        </p:txBody>
      </p:sp>
      <p:sp>
        <p:nvSpPr>
          <p:cNvPr id="13" name="element-69">
            <a:extLst xmlns:a="http://schemas.openxmlformats.org/drawingml/2006/main">
              <a:ext uri="{FF2B5EF4-FFF2-40B4-BE49-F238E27FC236}">
                <a16:creationId xmlns:a16="http://schemas.microsoft.com/office/drawing/2014/main" id="{6FCBF9EC-57D1-463A-BD39-CA681B28FCB7}"/>
              </a:ext>
            </a:extLst>
          </p:cNvPr>
          <p:cNvSpPr>
            <a:spLocks xmlns:a="http://schemas.openxmlformats.org/drawingml/2006/main" noGrp="1"/>
          </p:cNvSpPr>
          <p:nvPr/>
        </p:nvSpPr>
        <p:spPr>
          <a:xfrm xmlns:a="http://schemas.openxmlformats.org/drawingml/2006/main">
            <a:off x="628650" y="3324225"/>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21281F"/>
                </a:solidFill>
                <a:latin typeface="TeX Gyre Adventor"/>
                <a:ea typeface="TeX Gyre Adventor"/>
                <a:cs typeface="TeX Gyre Adventor"/>
              </a:defRPr>
            </a:defPPr>
            <a:lvl1pPr algn="l">
              <a:defRPr sz="1200" b="0" i="0">
                <a:solidFill>
                  <a:srgbClr val="21281F"/>
                </a:solidFill>
                <a:latin typeface="TeX Gyre Adventor"/>
                <a:ea typeface="TeX Gyre Adventor"/>
                <a:cs typeface="TeX Gyre Adventor"/>
              </a:defRPr>
            </a:lvl1pPr>
            <a:lvl2pPr algn="l">
              <a:defRPr sz="1200" b="0" i="0">
                <a:solidFill>
                  <a:srgbClr val="21281F"/>
                </a:solidFill>
                <a:latin typeface="TeX Gyre Adventor"/>
                <a:ea typeface="TeX Gyre Adventor"/>
                <a:cs typeface="TeX Gyre Adventor"/>
              </a:defRPr>
            </a:lvl2pPr>
            <a:lvl3pPr algn="l">
              <a:defRPr sz="1200" b="0" i="0">
                <a:solidFill>
                  <a:srgbClr val="21281F"/>
                </a:solidFill>
                <a:latin typeface="TeX Gyre Adventor"/>
                <a:ea typeface="TeX Gyre Adventor"/>
                <a:cs typeface="TeX Gyre Adventor"/>
              </a:defRPr>
            </a:lvl3pPr>
            <a:lvl4pPr algn="l">
              <a:defRPr sz="1200" b="0" i="0">
                <a:solidFill>
                  <a:srgbClr val="21281F"/>
                </a:solidFill>
                <a:latin typeface="TeX Gyre Adventor"/>
                <a:ea typeface="TeX Gyre Adventor"/>
                <a:cs typeface="TeX Gyre Adventor"/>
              </a:defRPr>
            </a:lvl4pPr>
            <a:lvl5pPr algn="l">
              <a:defRPr sz="1200" b="0" i="0">
                <a:solidFill>
                  <a:srgbClr val="21281F"/>
                </a:solidFill>
                <a:latin typeface="TeX Gyre Adventor"/>
                <a:ea typeface="TeX Gyre Adventor"/>
                <a:cs typeface="TeX Gyre Adventor"/>
              </a:defRPr>
            </a:lvl5pPr>
            <a:lvl6pPr algn="l">
              <a:defRPr sz="1200" b="0" i="0">
                <a:solidFill>
                  <a:srgbClr val="21281F"/>
                </a:solidFill>
                <a:latin typeface="TeX Gyre Adventor"/>
                <a:ea typeface="TeX Gyre Adventor"/>
                <a:cs typeface="TeX Gyre Adventor"/>
              </a:defRPr>
            </a:lvl6pPr>
            <a:lvl7pPr algn="l">
              <a:defRPr sz="1200" b="0" i="0">
                <a:solidFill>
                  <a:srgbClr val="21281F"/>
                </a:solidFill>
                <a:latin typeface="TeX Gyre Adventor"/>
                <a:ea typeface="TeX Gyre Adventor"/>
                <a:cs typeface="TeX Gyre Adventor"/>
              </a:defRPr>
            </a:lvl7pPr>
            <a:lvl8pPr algn="l">
              <a:defRPr sz="1200" b="0" i="0">
                <a:solidFill>
                  <a:srgbClr val="21281F"/>
                </a:solidFill>
                <a:latin typeface="TeX Gyre Adventor"/>
                <a:ea typeface="TeX Gyre Adventor"/>
                <a:cs typeface="TeX Gyre Adventor"/>
              </a:defRPr>
            </a:lvl8pPr>
            <a:lvl9pPr algn="l">
              <a:defRPr sz="1200" b="0" i="0">
                <a:solidFill>
                  <a:srgbClr val="21281F"/>
                </a:solidFill>
                <a:latin typeface="TeX Gyre Adventor"/>
                <a:ea typeface="TeX Gyre Adventor"/>
                <a:cs typeface="TeX Gyre Adventor"/>
              </a:defRPr>
            </a:lvl9pPr>
          </a:lstStyle>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Uses permitted saved text</a:t>
            </a:r>
          </a:p>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and returns source references.</a:t>
            </a:r>
          </a:p>
        </p:txBody>
      </p:sp>
      <p:sp>
        <p:nvSpPr>
          <p:cNvPr id="14" name="element-70">
            <a:extLst xmlns:a="http://schemas.openxmlformats.org/drawingml/2006/main">
              <a:ext uri="{FF2B5EF4-FFF2-40B4-BE49-F238E27FC236}">
                <a16:creationId xmlns:a16="http://schemas.microsoft.com/office/drawing/2014/main" id="{190B17ED-71BE-4681-9525-576F0E87E5AF}"/>
              </a:ext>
            </a:extLst>
          </p:cNvPr>
          <p:cNvSpPr>
            <a:spLocks xmlns:a="http://schemas.openxmlformats.org/drawingml/2006/main" noGrp="1"/>
          </p:cNvSpPr>
          <p:nvPr/>
        </p:nvSpPr>
        <p:spPr>
          <a:xfrm xmlns:a="http://schemas.openxmlformats.org/drawingml/2006/main">
            <a:off x="3371850" y="2876550"/>
            <a:ext cx="2381250" cy="1009650"/>
          </a:xfrm>
          <a:prstGeom xmlns:a="http://schemas.openxmlformats.org/drawingml/2006/main" prst="rect">
            <a:avLst/>
          </a:prstGeom>
          <a:solidFill xmlns:a="http://schemas.openxmlformats.org/drawingml/2006/main">
            <a:srgbClr val="FFFCF7"/>
          </a:solidFill>
          <a:ln xmlns:a="http://schemas.openxmlformats.org/drawingml/2006/main" w="9525">
            <a:solidFill>
              <a:srgbClr val="21281F"/>
            </a:solidFill>
            <a:prstDash val="solid"/>
          </a:ln>
        </p:spPr>
      </p:sp>
      <p:sp>
        <p:nvSpPr>
          <p:cNvPr id="15" name="element-71">
            <a:extLst xmlns:a="http://schemas.openxmlformats.org/drawingml/2006/main">
              <a:ext uri="{FF2B5EF4-FFF2-40B4-BE49-F238E27FC236}">
                <a16:creationId xmlns:a16="http://schemas.microsoft.com/office/drawing/2014/main" id="{5DFA4C09-CFDB-43D9-B540-D5C95A18993D}"/>
              </a:ext>
            </a:extLst>
          </p:cNvPr>
          <p:cNvSpPr>
            <a:spLocks xmlns:a="http://schemas.openxmlformats.org/drawingml/2006/main" noGrp="1"/>
          </p:cNvSpPr>
          <p:nvPr/>
        </p:nvSpPr>
        <p:spPr>
          <a:xfrm xmlns:a="http://schemas.openxmlformats.org/drawingml/2006/main">
            <a:off x="3486150" y="298132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21281F"/>
                </a:solidFill>
                <a:latin typeface="TeX Gyre Adventor"/>
                <a:ea typeface="TeX Gyre Adventor"/>
                <a:cs typeface="TeX Gyre Adventor"/>
              </a:defRPr>
            </a:defPPr>
            <a:lvl1pPr algn="l">
              <a:defRPr sz="1350" b="1" i="0">
                <a:solidFill>
                  <a:srgbClr val="21281F"/>
                </a:solidFill>
                <a:latin typeface="TeX Gyre Adventor"/>
                <a:ea typeface="TeX Gyre Adventor"/>
                <a:cs typeface="TeX Gyre Adventor"/>
              </a:defRPr>
            </a:lvl1pPr>
            <a:lvl2pPr algn="l">
              <a:defRPr sz="1350" b="1" i="0">
                <a:solidFill>
                  <a:srgbClr val="21281F"/>
                </a:solidFill>
                <a:latin typeface="TeX Gyre Adventor"/>
                <a:ea typeface="TeX Gyre Adventor"/>
                <a:cs typeface="TeX Gyre Adventor"/>
              </a:defRPr>
            </a:lvl2pPr>
            <a:lvl3pPr algn="l">
              <a:defRPr sz="1350" b="1" i="0">
                <a:solidFill>
                  <a:srgbClr val="21281F"/>
                </a:solidFill>
                <a:latin typeface="TeX Gyre Adventor"/>
                <a:ea typeface="TeX Gyre Adventor"/>
                <a:cs typeface="TeX Gyre Adventor"/>
              </a:defRPr>
            </a:lvl3pPr>
            <a:lvl4pPr algn="l">
              <a:defRPr sz="1350" b="1" i="0">
                <a:solidFill>
                  <a:srgbClr val="21281F"/>
                </a:solidFill>
                <a:latin typeface="TeX Gyre Adventor"/>
                <a:ea typeface="TeX Gyre Adventor"/>
                <a:cs typeface="TeX Gyre Adventor"/>
              </a:defRPr>
            </a:lvl4pPr>
            <a:lvl5pPr algn="l">
              <a:defRPr sz="1350" b="1" i="0">
                <a:solidFill>
                  <a:srgbClr val="21281F"/>
                </a:solidFill>
                <a:latin typeface="TeX Gyre Adventor"/>
                <a:ea typeface="TeX Gyre Adventor"/>
                <a:cs typeface="TeX Gyre Adventor"/>
              </a:defRPr>
            </a:lvl5pPr>
            <a:lvl6pPr algn="l">
              <a:defRPr sz="1350" b="1" i="0">
                <a:solidFill>
                  <a:srgbClr val="21281F"/>
                </a:solidFill>
                <a:latin typeface="TeX Gyre Adventor"/>
                <a:ea typeface="TeX Gyre Adventor"/>
                <a:cs typeface="TeX Gyre Adventor"/>
              </a:defRPr>
            </a:lvl6pPr>
            <a:lvl7pPr algn="l">
              <a:defRPr sz="1350" b="1" i="0">
                <a:solidFill>
                  <a:srgbClr val="21281F"/>
                </a:solidFill>
                <a:latin typeface="TeX Gyre Adventor"/>
                <a:ea typeface="TeX Gyre Adventor"/>
                <a:cs typeface="TeX Gyre Adventor"/>
              </a:defRPr>
            </a:lvl7pPr>
            <a:lvl8pPr algn="l">
              <a:defRPr sz="1350" b="1" i="0">
                <a:solidFill>
                  <a:srgbClr val="21281F"/>
                </a:solidFill>
                <a:latin typeface="TeX Gyre Adventor"/>
                <a:ea typeface="TeX Gyre Adventor"/>
                <a:cs typeface="TeX Gyre Adventor"/>
              </a:defRPr>
            </a:lvl8pPr>
            <a:lvl9pPr algn="l">
              <a:defRPr sz="1350" b="1" i="0">
                <a:solidFill>
                  <a:srgbClr val="21281F"/>
                </a:solidFill>
                <a:latin typeface="TeX Gyre Adventor"/>
                <a:ea typeface="TeX Gyre Adventor"/>
                <a:cs typeface="TeX Gyre Adventor"/>
              </a:defRPr>
            </a:lvl9pPr>
          </a:lstStyle>
          <a:p xmlns:a="http://schemas.openxmlformats.org/drawingml/2006/main">
            <a:pPr algn="l">
              <a:defRPr sz="1350" b="1" i="0">
                <a:solidFill>
                  <a:srgbClr val="21281F"/>
                </a:solidFill>
                <a:latin typeface="TeX Gyre Adventor"/>
                <a:ea typeface="TeX Gyre Adventor"/>
                <a:cs typeface="TeX Gyre Adventor"/>
              </a:defRPr>
            </a:pPr>
            <a:r>
              <a:rPr sz="1350" b="1" i="0">
                <a:solidFill>
                  <a:srgbClr val="21281F"/>
                </a:solidFill>
                <a:latin typeface="TeX Gyre Adventor"/>
                <a:ea typeface="TeX Gyre Adventor"/>
                <a:cs typeface="TeX Gyre Adventor"/>
              </a:rPr>
              <a:t>Private archive</a:t>
            </a:r>
          </a:p>
        </p:txBody>
      </p:sp>
      <p:sp>
        <p:nvSpPr>
          <p:cNvPr id="16" name="element-72">
            <a:extLst xmlns:a="http://schemas.openxmlformats.org/drawingml/2006/main">
              <a:ext uri="{FF2B5EF4-FFF2-40B4-BE49-F238E27FC236}">
                <a16:creationId xmlns:a16="http://schemas.microsoft.com/office/drawing/2014/main" id="{3E468614-4EA8-4D73-9A41-BCCF4C2697B4}"/>
              </a:ext>
            </a:extLst>
          </p:cNvPr>
          <p:cNvSpPr>
            <a:spLocks xmlns:a="http://schemas.openxmlformats.org/drawingml/2006/main" noGrp="1"/>
          </p:cNvSpPr>
          <p:nvPr/>
        </p:nvSpPr>
        <p:spPr>
          <a:xfrm xmlns:a="http://schemas.openxmlformats.org/drawingml/2006/main">
            <a:off x="3486150" y="3324225"/>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21281F"/>
                </a:solidFill>
                <a:latin typeface="TeX Gyre Adventor"/>
                <a:ea typeface="TeX Gyre Adventor"/>
                <a:cs typeface="TeX Gyre Adventor"/>
              </a:defRPr>
            </a:defPPr>
            <a:lvl1pPr algn="l">
              <a:defRPr sz="1200" b="0" i="0">
                <a:solidFill>
                  <a:srgbClr val="21281F"/>
                </a:solidFill>
                <a:latin typeface="TeX Gyre Adventor"/>
                <a:ea typeface="TeX Gyre Adventor"/>
                <a:cs typeface="TeX Gyre Adventor"/>
              </a:defRPr>
            </a:lvl1pPr>
            <a:lvl2pPr algn="l">
              <a:defRPr sz="1200" b="0" i="0">
                <a:solidFill>
                  <a:srgbClr val="21281F"/>
                </a:solidFill>
                <a:latin typeface="TeX Gyre Adventor"/>
                <a:ea typeface="TeX Gyre Adventor"/>
                <a:cs typeface="TeX Gyre Adventor"/>
              </a:defRPr>
            </a:lvl2pPr>
            <a:lvl3pPr algn="l">
              <a:defRPr sz="1200" b="0" i="0">
                <a:solidFill>
                  <a:srgbClr val="21281F"/>
                </a:solidFill>
                <a:latin typeface="TeX Gyre Adventor"/>
                <a:ea typeface="TeX Gyre Adventor"/>
                <a:cs typeface="TeX Gyre Adventor"/>
              </a:defRPr>
            </a:lvl3pPr>
            <a:lvl4pPr algn="l">
              <a:defRPr sz="1200" b="0" i="0">
                <a:solidFill>
                  <a:srgbClr val="21281F"/>
                </a:solidFill>
                <a:latin typeface="TeX Gyre Adventor"/>
                <a:ea typeface="TeX Gyre Adventor"/>
                <a:cs typeface="TeX Gyre Adventor"/>
              </a:defRPr>
            </a:lvl4pPr>
            <a:lvl5pPr algn="l">
              <a:defRPr sz="1200" b="0" i="0">
                <a:solidFill>
                  <a:srgbClr val="21281F"/>
                </a:solidFill>
                <a:latin typeface="TeX Gyre Adventor"/>
                <a:ea typeface="TeX Gyre Adventor"/>
                <a:cs typeface="TeX Gyre Adventor"/>
              </a:defRPr>
            </a:lvl5pPr>
            <a:lvl6pPr algn="l">
              <a:defRPr sz="1200" b="0" i="0">
                <a:solidFill>
                  <a:srgbClr val="21281F"/>
                </a:solidFill>
                <a:latin typeface="TeX Gyre Adventor"/>
                <a:ea typeface="TeX Gyre Adventor"/>
                <a:cs typeface="TeX Gyre Adventor"/>
              </a:defRPr>
            </a:lvl6pPr>
            <a:lvl7pPr algn="l">
              <a:defRPr sz="1200" b="0" i="0">
                <a:solidFill>
                  <a:srgbClr val="21281F"/>
                </a:solidFill>
                <a:latin typeface="TeX Gyre Adventor"/>
                <a:ea typeface="TeX Gyre Adventor"/>
                <a:cs typeface="TeX Gyre Adventor"/>
              </a:defRPr>
            </a:lvl7pPr>
            <a:lvl8pPr algn="l">
              <a:defRPr sz="1200" b="0" i="0">
                <a:solidFill>
                  <a:srgbClr val="21281F"/>
                </a:solidFill>
                <a:latin typeface="TeX Gyre Adventor"/>
                <a:ea typeface="TeX Gyre Adventor"/>
                <a:cs typeface="TeX Gyre Adventor"/>
              </a:defRPr>
            </a:lvl8pPr>
            <a:lvl9pPr algn="l">
              <a:defRPr sz="1200" b="0" i="0">
                <a:solidFill>
                  <a:srgbClr val="21281F"/>
                </a:solidFill>
                <a:latin typeface="TeX Gyre Adventor"/>
                <a:ea typeface="TeX Gyre Adventor"/>
                <a:cs typeface="TeX Gyre Adventor"/>
              </a:defRPr>
            </a:lvl9pPr>
          </a:lstStyle>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Postgres records and</a:t>
            </a:r>
          </a:p>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private media storage.</a:t>
            </a:r>
          </a:p>
        </p:txBody>
      </p:sp>
      <p:sp>
        <p:nvSpPr>
          <p:cNvPr id="17" name="element-73">
            <a:extLst xmlns:a="http://schemas.openxmlformats.org/drawingml/2006/main">
              <a:ext uri="{FF2B5EF4-FFF2-40B4-BE49-F238E27FC236}">
                <a16:creationId xmlns:a16="http://schemas.microsoft.com/office/drawing/2014/main" id="{77B82488-888D-4DBF-9458-C6B577A2FC5E}"/>
              </a:ext>
            </a:extLst>
          </p:cNvPr>
          <p:cNvSpPr>
            <a:spLocks xmlns:a="http://schemas.openxmlformats.org/drawingml/2006/main" noGrp="1"/>
          </p:cNvSpPr>
          <p:nvPr/>
        </p:nvSpPr>
        <p:spPr>
          <a:xfrm xmlns:a="http://schemas.openxmlformats.org/drawingml/2006/main">
            <a:off x="6229350" y="2876550"/>
            <a:ext cx="2381250" cy="1009650"/>
          </a:xfrm>
          <a:prstGeom xmlns:a="http://schemas.openxmlformats.org/drawingml/2006/main" prst="rect">
            <a:avLst/>
          </a:prstGeom>
          <a:solidFill xmlns:a="http://schemas.openxmlformats.org/drawingml/2006/main">
            <a:srgbClr val="FFFCF7"/>
          </a:solidFill>
          <a:ln xmlns:a="http://schemas.openxmlformats.org/drawingml/2006/main" w="9525">
            <a:solidFill>
              <a:srgbClr val="21281F"/>
            </a:solidFill>
            <a:prstDash val="solid"/>
          </a:ln>
        </p:spPr>
      </p:sp>
      <p:sp>
        <p:nvSpPr>
          <p:cNvPr id="18" name="element-74">
            <a:extLst xmlns:a="http://schemas.openxmlformats.org/drawingml/2006/main">
              <a:ext uri="{FF2B5EF4-FFF2-40B4-BE49-F238E27FC236}">
                <a16:creationId xmlns:a16="http://schemas.microsoft.com/office/drawing/2014/main" id="{577FACFA-4AFD-4B27-ACC2-05FE33160986}"/>
              </a:ext>
            </a:extLst>
          </p:cNvPr>
          <p:cNvSpPr>
            <a:spLocks xmlns:a="http://schemas.openxmlformats.org/drawingml/2006/main" noGrp="1"/>
          </p:cNvSpPr>
          <p:nvPr/>
        </p:nvSpPr>
        <p:spPr>
          <a:xfrm xmlns:a="http://schemas.openxmlformats.org/drawingml/2006/main">
            <a:off x="6343650" y="2981325"/>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i="0">
                <a:solidFill>
                  <a:srgbClr val="21281F"/>
                </a:solidFill>
                <a:latin typeface="TeX Gyre Adventor"/>
                <a:ea typeface="TeX Gyre Adventor"/>
                <a:cs typeface="TeX Gyre Adventor"/>
              </a:defRPr>
            </a:defPPr>
            <a:lvl1pPr algn="l">
              <a:defRPr sz="1350" b="1" i="0">
                <a:solidFill>
                  <a:srgbClr val="21281F"/>
                </a:solidFill>
                <a:latin typeface="TeX Gyre Adventor"/>
                <a:ea typeface="TeX Gyre Adventor"/>
                <a:cs typeface="TeX Gyre Adventor"/>
              </a:defRPr>
            </a:lvl1pPr>
            <a:lvl2pPr algn="l">
              <a:defRPr sz="1350" b="1" i="0">
                <a:solidFill>
                  <a:srgbClr val="21281F"/>
                </a:solidFill>
                <a:latin typeface="TeX Gyre Adventor"/>
                <a:ea typeface="TeX Gyre Adventor"/>
                <a:cs typeface="TeX Gyre Adventor"/>
              </a:defRPr>
            </a:lvl2pPr>
            <a:lvl3pPr algn="l">
              <a:defRPr sz="1350" b="1" i="0">
                <a:solidFill>
                  <a:srgbClr val="21281F"/>
                </a:solidFill>
                <a:latin typeface="TeX Gyre Adventor"/>
                <a:ea typeface="TeX Gyre Adventor"/>
                <a:cs typeface="TeX Gyre Adventor"/>
              </a:defRPr>
            </a:lvl3pPr>
            <a:lvl4pPr algn="l">
              <a:defRPr sz="1350" b="1" i="0">
                <a:solidFill>
                  <a:srgbClr val="21281F"/>
                </a:solidFill>
                <a:latin typeface="TeX Gyre Adventor"/>
                <a:ea typeface="TeX Gyre Adventor"/>
                <a:cs typeface="TeX Gyre Adventor"/>
              </a:defRPr>
            </a:lvl4pPr>
            <a:lvl5pPr algn="l">
              <a:defRPr sz="1350" b="1" i="0">
                <a:solidFill>
                  <a:srgbClr val="21281F"/>
                </a:solidFill>
                <a:latin typeface="TeX Gyre Adventor"/>
                <a:ea typeface="TeX Gyre Adventor"/>
                <a:cs typeface="TeX Gyre Adventor"/>
              </a:defRPr>
            </a:lvl5pPr>
            <a:lvl6pPr algn="l">
              <a:defRPr sz="1350" b="1" i="0">
                <a:solidFill>
                  <a:srgbClr val="21281F"/>
                </a:solidFill>
                <a:latin typeface="TeX Gyre Adventor"/>
                <a:ea typeface="TeX Gyre Adventor"/>
                <a:cs typeface="TeX Gyre Adventor"/>
              </a:defRPr>
            </a:lvl6pPr>
            <a:lvl7pPr algn="l">
              <a:defRPr sz="1350" b="1" i="0">
                <a:solidFill>
                  <a:srgbClr val="21281F"/>
                </a:solidFill>
                <a:latin typeface="TeX Gyre Adventor"/>
                <a:ea typeface="TeX Gyre Adventor"/>
                <a:cs typeface="TeX Gyre Adventor"/>
              </a:defRPr>
            </a:lvl7pPr>
            <a:lvl8pPr algn="l">
              <a:defRPr sz="1350" b="1" i="0">
                <a:solidFill>
                  <a:srgbClr val="21281F"/>
                </a:solidFill>
                <a:latin typeface="TeX Gyre Adventor"/>
                <a:ea typeface="TeX Gyre Adventor"/>
                <a:cs typeface="TeX Gyre Adventor"/>
              </a:defRPr>
            </a:lvl8pPr>
            <a:lvl9pPr algn="l">
              <a:defRPr sz="1350" b="1" i="0">
                <a:solidFill>
                  <a:srgbClr val="21281F"/>
                </a:solidFill>
                <a:latin typeface="TeX Gyre Adventor"/>
                <a:ea typeface="TeX Gyre Adventor"/>
                <a:cs typeface="TeX Gyre Adventor"/>
              </a:defRPr>
            </a:lvl9pPr>
          </a:lstStyle>
          <a:p xmlns:a="http://schemas.openxmlformats.org/drawingml/2006/main">
            <a:pPr algn="l">
              <a:defRPr sz="1350" b="1" i="0">
                <a:solidFill>
                  <a:srgbClr val="21281F"/>
                </a:solidFill>
                <a:latin typeface="TeX Gyre Adventor"/>
                <a:ea typeface="TeX Gyre Adventor"/>
                <a:cs typeface="TeX Gyre Adventor"/>
              </a:defRPr>
            </a:pPr>
            <a:r>
              <a:rPr sz="1350" b="1" i="0">
                <a:solidFill>
                  <a:srgbClr val="21281F"/>
                </a:solidFill>
                <a:latin typeface="TeX Gyre Adventor"/>
                <a:ea typeface="TeX Gyre Adventor"/>
                <a:cs typeface="TeX Gyre Adventor"/>
              </a:rPr>
              <a:t>Review before saving</a:t>
            </a:r>
          </a:p>
        </p:txBody>
      </p:sp>
      <p:sp>
        <p:nvSpPr>
          <p:cNvPr id="19" name="element-75">
            <a:extLst xmlns:a="http://schemas.openxmlformats.org/drawingml/2006/main">
              <a:ext uri="{FF2B5EF4-FFF2-40B4-BE49-F238E27FC236}">
                <a16:creationId xmlns:a16="http://schemas.microsoft.com/office/drawing/2014/main" id="{4C07A537-C77D-47B2-B3C3-D48F3BC3C6F2}"/>
              </a:ext>
            </a:extLst>
          </p:cNvPr>
          <p:cNvSpPr>
            <a:spLocks xmlns:a="http://schemas.openxmlformats.org/drawingml/2006/main" noGrp="1"/>
          </p:cNvSpPr>
          <p:nvPr/>
        </p:nvSpPr>
        <p:spPr>
          <a:xfrm xmlns:a="http://schemas.openxmlformats.org/drawingml/2006/main">
            <a:off x="6343650" y="3324225"/>
            <a:ext cx="215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21281F"/>
                </a:solidFill>
                <a:latin typeface="TeX Gyre Adventor"/>
                <a:ea typeface="TeX Gyre Adventor"/>
                <a:cs typeface="TeX Gyre Adventor"/>
              </a:defRPr>
            </a:defPPr>
            <a:lvl1pPr algn="l">
              <a:defRPr sz="1200" b="0" i="0">
                <a:solidFill>
                  <a:srgbClr val="21281F"/>
                </a:solidFill>
                <a:latin typeface="TeX Gyre Adventor"/>
                <a:ea typeface="TeX Gyre Adventor"/>
                <a:cs typeface="TeX Gyre Adventor"/>
              </a:defRPr>
            </a:lvl1pPr>
            <a:lvl2pPr algn="l">
              <a:defRPr sz="1200" b="0" i="0">
                <a:solidFill>
                  <a:srgbClr val="21281F"/>
                </a:solidFill>
                <a:latin typeface="TeX Gyre Adventor"/>
                <a:ea typeface="TeX Gyre Adventor"/>
                <a:cs typeface="TeX Gyre Adventor"/>
              </a:defRPr>
            </a:lvl2pPr>
            <a:lvl3pPr algn="l">
              <a:defRPr sz="1200" b="0" i="0">
                <a:solidFill>
                  <a:srgbClr val="21281F"/>
                </a:solidFill>
                <a:latin typeface="TeX Gyre Adventor"/>
                <a:ea typeface="TeX Gyre Adventor"/>
                <a:cs typeface="TeX Gyre Adventor"/>
              </a:defRPr>
            </a:lvl3pPr>
            <a:lvl4pPr algn="l">
              <a:defRPr sz="1200" b="0" i="0">
                <a:solidFill>
                  <a:srgbClr val="21281F"/>
                </a:solidFill>
                <a:latin typeface="TeX Gyre Adventor"/>
                <a:ea typeface="TeX Gyre Adventor"/>
                <a:cs typeface="TeX Gyre Adventor"/>
              </a:defRPr>
            </a:lvl4pPr>
            <a:lvl5pPr algn="l">
              <a:defRPr sz="1200" b="0" i="0">
                <a:solidFill>
                  <a:srgbClr val="21281F"/>
                </a:solidFill>
                <a:latin typeface="TeX Gyre Adventor"/>
                <a:ea typeface="TeX Gyre Adventor"/>
                <a:cs typeface="TeX Gyre Adventor"/>
              </a:defRPr>
            </a:lvl5pPr>
            <a:lvl6pPr algn="l">
              <a:defRPr sz="1200" b="0" i="0">
                <a:solidFill>
                  <a:srgbClr val="21281F"/>
                </a:solidFill>
                <a:latin typeface="TeX Gyre Adventor"/>
                <a:ea typeface="TeX Gyre Adventor"/>
                <a:cs typeface="TeX Gyre Adventor"/>
              </a:defRPr>
            </a:lvl6pPr>
            <a:lvl7pPr algn="l">
              <a:defRPr sz="1200" b="0" i="0">
                <a:solidFill>
                  <a:srgbClr val="21281F"/>
                </a:solidFill>
                <a:latin typeface="TeX Gyre Adventor"/>
                <a:ea typeface="TeX Gyre Adventor"/>
                <a:cs typeface="TeX Gyre Adventor"/>
              </a:defRPr>
            </a:lvl7pPr>
            <a:lvl8pPr algn="l">
              <a:defRPr sz="1200" b="0" i="0">
                <a:solidFill>
                  <a:srgbClr val="21281F"/>
                </a:solidFill>
                <a:latin typeface="TeX Gyre Adventor"/>
                <a:ea typeface="TeX Gyre Adventor"/>
                <a:cs typeface="TeX Gyre Adventor"/>
              </a:defRPr>
            </a:lvl8pPr>
            <a:lvl9pPr algn="l">
              <a:defRPr sz="1200" b="0" i="0">
                <a:solidFill>
                  <a:srgbClr val="21281F"/>
                </a:solidFill>
                <a:latin typeface="TeX Gyre Adventor"/>
                <a:ea typeface="TeX Gyre Adventor"/>
                <a:cs typeface="TeX Gyre Adventor"/>
              </a:defRPr>
            </a:lvl9pPr>
          </a:lstStyle>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You select facts and open</a:t>
            </a:r>
          </a:p>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an editable page draft.</a:t>
            </a:r>
          </a:p>
        </p:txBody>
      </p:sp>
      <p:sp>
        <p:nvSpPr>
          <p:cNvPr id="20" name="element-76">
            <a:extLst xmlns:a="http://schemas.openxmlformats.org/drawingml/2006/main">
              <a:ext uri="{FF2B5EF4-FFF2-40B4-BE49-F238E27FC236}">
                <a16:creationId xmlns:a16="http://schemas.microsoft.com/office/drawing/2014/main" id="{FBFB42FC-A786-48B6-84E1-8D95B1BA97B7}"/>
              </a:ext>
            </a:extLst>
          </p:cNvPr>
          <p:cNvSpPr>
            <a:spLocks xmlns:a="http://schemas.openxmlformats.org/drawingml/2006/main" noGrp="1"/>
          </p:cNvSpPr>
          <p:nvPr/>
        </p:nvSpPr>
        <p:spPr>
          <a:xfrm xmlns:a="http://schemas.openxmlformats.org/drawingml/2006/main">
            <a:off x="2933700" y="1819275"/>
            <a:ext cx="361950" cy="171450"/>
          </a:xfrm>
          <a:prstGeom xmlns:a="http://schemas.openxmlformats.org/drawingml/2006/main" prst="rightArrow">
            <a:avLst/>
          </a:prstGeom>
          <a:solidFill xmlns:a="http://schemas.openxmlformats.org/drawingml/2006/main">
            <a:srgbClr val="BD422C"/>
          </a:solidFill>
          <a:ln xmlns:a="http://schemas.openxmlformats.org/drawingml/2006/main" w="0">
            <a:noFill/>
            <a:prstDash val="solid"/>
          </a:ln>
        </p:spPr>
      </p:sp>
      <p:sp>
        <p:nvSpPr>
          <p:cNvPr id="21" name="element-77">
            <a:extLst xmlns:a="http://schemas.openxmlformats.org/drawingml/2006/main">
              <a:ext uri="{FF2B5EF4-FFF2-40B4-BE49-F238E27FC236}">
                <a16:creationId xmlns:a16="http://schemas.microsoft.com/office/drawing/2014/main" id="{D7AC5C92-9EBE-4209-B1DC-A27D233AF3C7}"/>
              </a:ext>
            </a:extLst>
          </p:cNvPr>
          <p:cNvSpPr>
            <a:spLocks xmlns:a="http://schemas.openxmlformats.org/drawingml/2006/main" noGrp="1"/>
          </p:cNvSpPr>
          <p:nvPr/>
        </p:nvSpPr>
        <p:spPr>
          <a:xfrm xmlns:a="http://schemas.openxmlformats.org/drawingml/2006/main">
            <a:off x="5791200" y="1819275"/>
            <a:ext cx="361950" cy="171450"/>
          </a:xfrm>
          <a:prstGeom xmlns:a="http://schemas.openxmlformats.org/drawingml/2006/main" prst="rightArrow">
            <a:avLst/>
          </a:prstGeom>
          <a:solidFill xmlns:a="http://schemas.openxmlformats.org/drawingml/2006/main">
            <a:srgbClr val="BD422C"/>
          </a:solidFill>
          <a:ln xmlns:a="http://schemas.openxmlformats.org/drawingml/2006/main" w="0">
            <a:noFill/>
            <a:prstDash val="solid"/>
          </a:ln>
        </p:spPr>
      </p:sp>
      <p:sp>
        <p:nvSpPr>
          <p:cNvPr id="22" name="element-78">
            <a:extLst xmlns:a="http://schemas.openxmlformats.org/drawingml/2006/main">
              <a:ext uri="{FF2B5EF4-FFF2-40B4-BE49-F238E27FC236}">
                <a16:creationId xmlns:a16="http://schemas.microsoft.com/office/drawing/2014/main" id="{076A08B1-F4B2-4586-A291-0F814616705D}"/>
              </a:ext>
            </a:extLst>
          </p:cNvPr>
          <p:cNvSpPr>
            <a:spLocks xmlns:a="http://schemas.openxmlformats.org/drawingml/2006/main" noGrp="1"/>
          </p:cNvSpPr>
          <p:nvPr/>
        </p:nvSpPr>
        <p:spPr>
          <a:xfrm xmlns:a="http://schemas.openxmlformats.org/drawingml/2006/main" rot="10800000">
            <a:off x="2933700" y="3228975"/>
            <a:ext cx="361950" cy="171450"/>
          </a:xfrm>
          <a:prstGeom xmlns:a="http://schemas.openxmlformats.org/drawingml/2006/main" prst="rightArrow">
            <a:avLst/>
          </a:prstGeom>
          <a:solidFill xmlns:a="http://schemas.openxmlformats.org/drawingml/2006/main">
            <a:srgbClr val="BD422C"/>
          </a:solidFill>
          <a:ln xmlns:a="http://schemas.openxmlformats.org/drawingml/2006/main" w="0">
            <a:noFill/>
            <a:prstDash val="solid"/>
          </a:ln>
        </p:spPr>
      </p:sp>
      <p:sp>
        <p:nvSpPr>
          <p:cNvPr id="23" name="element-79">
            <a:extLst xmlns:a="http://schemas.openxmlformats.org/drawingml/2006/main">
              <a:ext uri="{FF2B5EF4-FFF2-40B4-BE49-F238E27FC236}">
                <a16:creationId xmlns:a16="http://schemas.microsoft.com/office/drawing/2014/main" id="{6F80DCF7-E4AC-42E6-88B7-2167959AB27F}"/>
              </a:ext>
            </a:extLst>
          </p:cNvPr>
          <p:cNvSpPr>
            <a:spLocks xmlns:a="http://schemas.openxmlformats.org/drawingml/2006/main" noGrp="1"/>
          </p:cNvSpPr>
          <p:nvPr/>
        </p:nvSpPr>
        <p:spPr>
          <a:xfrm xmlns:a="http://schemas.openxmlformats.org/drawingml/2006/main" rot="10800000">
            <a:off x="5791200" y="3228975"/>
            <a:ext cx="361950" cy="171450"/>
          </a:xfrm>
          <a:prstGeom xmlns:a="http://schemas.openxmlformats.org/drawingml/2006/main" prst="rightArrow">
            <a:avLst/>
          </a:prstGeom>
          <a:solidFill xmlns:a="http://schemas.openxmlformats.org/drawingml/2006/main">
            <a:srgbClr val="BD422C"/>
          </a:solidFill>
          <a:ln xmlns:a="http://schemas.openxmlformats.org/drawingml/2006/main" w="0">
            <a:noFill/>
            <a:prstDash val="solid"/>
          </a:ln>
        </p:spPr>
      </p:sp>
      <p:sp>
        <p:nvSpPr>
          <p:cNvPr id="24" name="element-80">
            <a:extLst xmlns:a="http://schemas.openxmlformats.org/drawingml/2006/main">
              <a:ext uri="{FF2B5EF4-FFF2-40B4-BE49-F238E27FC236}">
                <a16:creationId xmlns:a16="http://schemas.microsoft.com/office/drawing/2014/main" id="{8ACF66EA-D10E-4F5D-81C7-D351CA3F2207}"/>
              </a:ext>
            </a:extLst>
          </p:cNvPr>
          <p:cNvSpPr>
            <a:spLocks xmlns:a="http://schemas.openxmlformats.org/drawingml/2006/main" noGrp="1"/>
          </p:cNvSpPr>
          <p:nvPr/>
        </p:nvSpPr>
        <p:spPr>
          <a:xfrm xmlns:a="http://schemas.openxmlformats.org/drawingml/2006/main">
            <a:off x="7296150" y="2524125"/>
            <a:ext cx="171450" cy="266700"/>
          </a:xfrm>
          <a:prstGeom xmlns:a="http://schemas.openxmlformats.org/drawingml/2006/main" prst="downArrow">
            <a:avLst/>
          </a:prstGeom>
          <a:solidFill xmlns:a="http://schemas.openxmlformats.org/drawingml/2006/main">
            <a:srgbClr val="BD422C"/>
          </a:solidFill>
          <a:ln xmlns:a="http://schemas.openxmlformats.org/drawingml/2006/main" w="0">
            <a:noFill/>
            <a:prstDash val="solid"/>
          </a:ln>
        </p:spPr>
      </p:sp>
      <p:sp>
        <p:nvSpPr>
          <p:cNvPr id="25" name="element-81">
            <a:extLst xmlns:a="http://schemas.openxmlformats.org/drawingml/2006/main">
              <a:ext uri="{FF2B5EF4-FFF2-40B4-BE49-F238E27FC236}">
                <a16:creationId xmlns:a16="http://schemas.microsoft.com/office/drawing/2014/main" id="{0CA5E236-28E2-4988-9CD3-7FA10DA8FCEC}"/>
              </a:ext>
            </a:extLst>
          </p:cNvPr>
          <p:cNvSpPr>
            <a:spLocks xmlns:a="http://schemas.openxmlformats.org/drawingml/2006/main" noGrp="1"/>
          </p:cNvSpPr>
          <p:nvPr/>
        </p:nvSpPr>
        <p:spPr>
          <a:xfrm xmlns:a="http://schemas.openxmlformats.org/drawingml/2006/main">
            <a:off x="514350" y="4219575"/>
            <a:ext cx="8048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21281F"/>
                </a:solidFill>
                <a:latin typeface="TeX Gyre Adventor"/>
                <a:ea typeface="TeX Gyre Adventor"/>
                <a:cs typeface="TeX Gyre Adventor"/>
              </a:defRPr>
            </a:defPPr>
            <a:lvl1pPr algn="l">
              <a:defRPr sz="1200" b="0" i="0">
                <a:solidFill>
                  <a:srgbClr val="21281F"/>
                </a:solidFill>
                <a:latin typeface="TeX Gyre Adventor"/>
                <a:ea typeface="TeX Gyre Adventor"/>
                <a:cs typeface="TeX Gyre Adventor"/>
              </a:defRPr>
            </a:lvl1pPr>
            <a:lvl2pPr algn="l">
              <a:defRPr sz="1200" b="0" i="0">
                <a:solidFill>
                  <a:srgbClr val="21281F"/>
                </a:solidFill>
                <a:latin typeface="TeX Gyre Adventor"/>
                <a:ea typeface="TeX Gyre Adventor"/>
                <a:cs typeface="TeX Gyre Adventor"/>
              </a:defRPr>
            </a:lvl2pPr>
            <a:lvl3pPr algn="l">
              <a:defRPr sz="1200" b="0" i="0">
                <a:solidFill>
                  <a:srgbClr val="21281F"/>
                </a:solidFill>
                <a:latin typeface="TeX Gyre Adventor"/>
                <a:ea typeface="TeX Gyre Adventor"/>
                <a:cs typeface="TeX Gyre Adventor"/>
              </a:defRPr>
            </a:lvl3pPr>
            <a:lvl4pPr algn="l">
              <a:defRPr sz="1200" b="0" i="0">
                <a:solidFill>
                  <a:srgbClr val="21281F"/>
                </a:solidFill>
                <a:latin typeface="TeX Gyre Adventor"/>
                <a:ea typeface="TeX Gyre Adventor"/>
                <a:cs typeface="TeX Gyre Adventor"/>
              </a:defRPr>
            </a:lvl4pPr>
            <a:lvl5pPr algn="l">
              <a:defRPr sz="1200" b="0" i="0">
                <a:solidFill>
                  <a:srgbClr val="21281F"/>
                </a:solidFill>
                <a:latin typeface="TeX Gyre Adventor"/>
                <a:ea typeface="TeX Gyre Adventor"/>
                <a:cs typeface="TeX Gyre Adventor"/>
              </a:defRPr>
            </a:lvl5pPr>
            <a:lvl6pPr algn="l">
              <a:defRPr sz="1200" b="0" i="0">
                <a:solidFill>
                  <a:srgbClr val="21281F"/>
                </a:solidFill>
                <a:latin typeface="TeX Gyre Adventor"/>
                <a:ea typeface="TeX Gyre Adventor"/>
                <a:cs typeface="TeX Gyre Adventor"/>
              </a:defRPr>
            </a:lvl6pPr>
            <a:lvl7pPr algn="l">
              <a:defRPr sz="1200" b="0" i="0">
                <a:solidFill>
                  <a:srgbClr val="21281F"/>
                </a:solidFill>
                <a:latin typeface="TeX Gyre Adventor"/>
                <a:ea typeface="TeX Gyre Adventor"/>
                <a:cs typeface="TeX Gyre Adventor"/>
              </a:defRPr>
            </a:lvl7pPr>
            <a:lvl8pPr algn="l">
              <a:defRPr sz="1200" b="0" i="0">
                <a:solidFill>
                  <a:srgbClr val="21281F"/>
                </a:solidFill>
                <a:latin typeface="TeX Gyre Adventor"/>
                <a:ea typeface="TeX Gyre Adventor"/>
                <a:cs typeface="TeX Gyre Adventor"/>
              </a:defRPr>
            </a:lvl8pPr>
            <a:lvl9pPr algn="l">
              <a:defRPr sz="1200" b="0" i="0">
                <a:solidFill>
                  <a:srgbClr val="21281F"/>
                </a:solidFill>
                <a:latin typeface="TeX Gyre Adventor"/>
                <a:ea typeface="TeX Gyre Adventor"/>
                <a:cs typeface="TeX Gyre Adventor"/>
              </a:defRPr>
            </a:lvl9pPr>
          </a:lstStyle>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Technical approach: async TinyFish jobs, signed owner-bound run tokens, explicit fact selection, isolated customer hosting.</a:t>
            </a:r>
          </a:p>
        </p:txBody>
      </p:sp>
      <p:sp>
        <p:nvSpPr>
          <p:cNvPr id="26" name="element-82">
            <a:extLst xmlns:a="http://schemas.openxmlformats.org/drawingml/2006/main">
              <a:ext uri="{FF2B5EF4-FFF2-40B4-BE49-F238E27FC236}">
                <a16:creationId xmlns:a16="http://schemas.microsoft.com/office/drawing/2014/main" id="{F7426FCD-C3F8-4FB9-B5EB-46E0C3EC82A5}"/>
              </a:ext>
            </a:extLst>
          </p:cNvPr>
          <p:cNvSpPr>
            <a:spLocks xmlns:a="http://schemas.openxmlformats.org/drawingml/2006/main" noGrp="1"/>
          </p:cNvSpPr>
          <p:nvPr/>
        </p:nvSpPr>
        <p:spPr>
          <a:xfrm xmlns:a="http://schemas.openxmlformats.org/drawingml/2006/main">
            <a:off x="514350" y="4667250"/>
            <a:ext cx="7572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i="0">
                <a:solidFill>
                  <a:srgbClr val="67685E"/>
                </a:solidFill>
                <a:latin typeface="TeX Gyre Adventor"/>
                <a:ea typeface="TeX Gyre Adventor"/>
                <a:cs typeface="TeX Gyre Adventor"/>
              </a:defRPr>
            </a:defPPr>
            <a:lvl1pPr algn="l">
              <a:defRPr sz="975" b="0" i="0">
                <a:solidFill>
                  <a:srgbClr val="67685E"/>
                </a:solidFill>
                <a:latin typeface="TeX Gyre Adventor"/>
                <a:ea typeface="TeX Gyre Adventor"/>
                <a:cs typeface="TeX Gyre Adventor"/>
              </a:defRPr>
            </a:lvl1pPr>
            <a:lvl2pPr algn="l">
              <a:defRPr sz="975" b="0" i="0">
                <a:solidFill>
                  <a:srgbClr val="67685E"/>
                </a:solidFill>
                <a:latin typeface="TeX Gyre Adventor"/>
                <a:ea typeface="TeX Gyre Adventor"/>
                <a:cs typeface="TeX Gyre Adventor"/>
              </a:defRPr>
            </a:lvl2pPr>
            <a:lvl3pPr algn="l">
              <a:defRPr sz="975" b="0" i="0">
                <a:solidFill>
                  <a:srgbClr val="67685E"/>
                </a:solidFill>
                <a:latin typeface="TeX Gyre Adventor"/>
                <a:ea typeface="TeX Gyre Adventor"/>
                <a:cs typeface="TeX Gyre Adventor"/>
              </a:defRPr>
            </a:lvl3pPr>
            <a:lvl4pPr algn="l">
              <a:defRPr sz="975" b="0" i="0">
                <a:solidFill>
                  <a:srgbClr val="67685E"/>
                </a:solidFill>
                <a:latin typeface="TeX Gyre Adventor"/>
                <a:ea typeface="TeX Gyre Adventor"/>
                <a:cs typeface="TeX Gyre Adventor"/>
              </a:defRPr>
            </a:lvl4pPr>
            <a:lvl5pPr algn="l">
              <a:defRPr sz="975" b="0" i="0">
                <a:solidFill>
                  <a:srgbClr val="67685E"/>
                </a:solidFill>
                <a:latin typeface="TeX Gyre Adventor"/>
                <a:ea typeface="TeX Gyre Adventor"/>
                <a:cs typeface="TeX Gyre Adventor"/>
              </a:defRPr>
            </a:lvl5pPr>
            <a:lvl6pPr algn="l">
              <a:defRPr sz="975" b="0" i="0">
                <a:solidFill>
                  <a:srgbClr val="67685E"/>
                </a:solidFill>
                <a:latin typeface="TeX Gyre Adventor"/>
                <a:ea typeface="TeX Gyre Adventor"/>
                <a:cs typeface="TeX Gyre Adventor"/>
              </a:defRPr>
            </a:lvl6pPr>
            <a:lvl7pPr algn="l">
              <a:defRPr sz="975" b="0" i="0">
                <a:solidFill>
                  <a:srgbClr val="67685E"/>
                </a:solidFill>
                <a:latin typeface="TeX Gyre Adventor"/>
                <a:ea typeface="TeX Gyre Adventor"/>
                <a:cs typeface="TeX Gyre Adventor"/>
              </a:defRPr>
            </a:lvl7pPr>
            <a:lvl8pPr algn="l">
              <a:defRPr sz="975" b="0" i="0">
                <a:solidFill>
                  <a:srgbClr val="67685E"/>
                </a:solidFill>
                <a:latin typeface="TeX Gyre Adventor"/>
                <a:ea typeface="TeX Gyre Adventor"/>
                <a:cs typeface="TeX Gyre Adventor"/>
              </a:defRPr>
            </a:lvl8pPr>
            <a:lvl9pPr algn="l">
              <a:defRPr sz="975" b="0" i="0">
                <a:solidFill>
                  <a:srgbClr val="67685E"/>
                </a:solidFill>
                <a:latin typeface="TeX Gyre Adventor"/>
                <a:ea typeface="TeX Gyre Adventor"/>
                <a:cs typeface="TeX Gyre Adventor"/>
              </a:defRPr>
            </a:lvl9pPr>
          </a:lstStyle>
          <a:p xmlns:a="http://schemas.openxmlformats.org/drawingml/2006/main">
            <a:pPr algn="l">
              <a:defRPr sz="975" b="0" i="0">
                <a:solidFill>
                  <a:srgbClr val="67685E"/>
                </a:solidFill>
                <a:latin typeface="TeX Gyre Adventor"/>
                <a:ea typeface="TeX Gyre Adventor"/>
                <a:cs typeface="TeX Gyre Adventor"/>
              </a:defRPr>
            </a:pPr>
            <a:r>
              <a:rPr sz="975" b="0" i="0">
                <a:solidFill>
                  <a:srgbClr val="67685E"/>
                </a:solidFill>
                <a:latin typeface="TeX Gyre Adventor"/>
                <a:ea typeface="TeX Gyre Adventor"/>
                <a:cs typeface="TeX Gyre Adventor"/>
              </a:rPr>
              <a:t>Current AI retrieval uses bounded keyword matching. Semantic memory threads and native mobile apps remain future work.</a:t>
            </a:r>
          </a:p>
        </p:txBody>
      </p:sp>
      <p:sp>
        <p:nvSpPr>
          <p:cNvPr id="27" name="element-83">
            <a:extLst xmlns:a="http://schemas.openxmlformats.org/drawingml/2006/main">
              <a:ext uri="{FF2B5EF4-FFF2-40B4-BE49-F238E27FC236}">
                <a16:creationId xmlns:a16="http://schemas.microsoft.com/office/drawing/2014/main" id="{63660373-7198-44E2-B780-8D18568D817B}"/>
              </a:ext>
            </a:extLst>
          </p:cNvPr>
          <p:cNvSpPr>
            <a:spLocks xmlns:a="http://schemas.openxmlformats.org/drawingml/2006/main" noGrp="1"/>
          </p:cNvSpPr>
          <p:nvPr/>
        </p:nvSpPr>
        <p:spPr>
          <a:xfrm xmlns:a="http://schemas.openxmlformats.org/drawingml/2006/main">
            <a:off x="8286750" y="4857750"/>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25" b="0" i="0">
                <a:solidFill>
                  <a:srgbClr val="67685E"/>
                </a:solidFill>
                <a:latin typeface="TeX Gyre Adventor"/>
                <a:ea typeface="TeX Gyre Adventor"/>
                <a:cs typeface="TeX Gyre Adventor"/>
              </a:defRPr>
            </a:defPPr>
            <a:lvl1pPr algn="r">
              <a:defRPr sz="825" b="0" i="0">
                <a:solidFill>
                  <a:srgbClr val="67685E"/>
                </a:solidFill>
                <a:latin typeface="TeX Gyre Adventor"/>
                <a:ea typeface="TeX Gyre Adventor"/>
                <a:cs typeface="TeX Gyre Adventor"/>
              </a:defRPr>
            </a:lvl1pPr>
            <a:lvl2pPr algn="r">
              <a:defRPr sz="825" b="0" i="0">
                <a:solidFill>
                  <a:srgbClr val="67685E"/>
                </a:solidFill>
                <a:latin typeface="TeX Gyre Adventor"/>
                <a:ea typeface="TeX Gyre Adventor"/>
                <a:cs typeface="TeX Gyre Adventor"/>
              </a:defRPr>
            </a:lvl2pPr>
            <a:lvl3pPr algn="r">
              <a:defRPr sz="825" b="0" i="0">
                <a:solidFill>
                  <a:srgbClr val="67685E"/>
                </a:solidFill>
                <a:latin typeface="TeX Gyre Adventor"/>
                <a:ea typeface="TeX Gyre Adventor"/>
                <a:cs typeface="TeX Gyre Adventor"/>
              </a:defRPr>
            </a:lvl3pPr>
            <a:lvl4pPr algn="r">
              <a:defRPr sz="825" b="0" i="0">
                <a:solidFill>
                  <a:srgbClr val="67685E"/>
                </a:solidFill>
                <a:latin typeface="TeX Gyre Adventor"/>
                <a:ea typeface="TeX Gyre Adventor"/>
                <a:cs typeface="TeX Gyre Adventor"/>
              </a:defRPr>
            </a:lvl4pPr>
            <a:lvl5pPr algn="r">
              <a:defRPr sz="825" b="0" i="0">
                <a:solidFill>
                  <a:srgbClr val="67685E"/>
                </a:solidFill>
                <a:latin typeface="TeX Gyre Adventor"/>
                <a:ea typeface="TeX Gyre Adventor"/>
                <a:cs typeface="TeX Gyre Adventor"/>
              </a:defRPr>
            </a:lvl5pPr>
            <a:lvl6pPr algn="r">
              <a:defRPr sz="825" b="0" i="0">
                <a:solidFill>
                  <a:srgbClr val="67685E"/>
                </a:solidFill>
                <a:latin typeface="TeX Gyre Adventor"/>
                <a:ea typeface="TeX Gyre Adventor"/>
                <a:cs typeface="TeX Gyre Adventor"/>
              </a:defRPr>
            </a:lvl6pPr>
            <a:lvl7pPr algn="r">
              <a:defRPr sz="825" b="0" i="0">
                <a:solidFill>
                  <a:srgbClr val="67685E"/>
                </a:solidFill>
                <a:latin typeface="TeX Gyre Adventor"/>
                <a:ea typeface="TeX Gyre Adventor"/>
                <a:cs typeface="TeX Gyre Adventor"/>
              </a:defRPr>
            </a:lvl7pPr>
            <a:lvl8pPr algn="r">
              <a:defRPr sz="825" b="0" i="0">
                <a:solidFill>
                  <a:srgbClr val="67685E"/>
                </a:solidFill>
                <a:latin typeface="TeX Gyre Adventor"/>
                <a:ea typeface="TeX Gyre Adventor"/>
                <a:cs typeface="TeX Gyre Adventor"/>
              </a:defRPr>
            </a:lvl8pPr>
            <a:lvl9pPr algn="r">
              <a:defRPr sz="825" b="0" i="0">
                <a:solidFill>
                  <a:srgbClr val="67685E"/>
                </a:solidFill>
                <a:latin typeface="TeX Gyre Adventor"/>
                <a:ea typeface="TeX Gyre Adventor"/>
                <a:cs typeface="TeX Gyre Adventor"/>
              </a:defRPr>
            </a:lvl9pPr>
          </a:lstStyle>
          <a:p xmlns:a="http://schemas.openxmlformats.org/drawingml/2006/main">
            <a:pPr algn="r">
              <a:defRPr sz="825" b="0" i="0">
                <a:solidFill>
                  <a:srgbClr val="67685E"/>
                </a:solidFill>
                <a:latin typeface="TeX Gyre Adventor"/>
                <a:ea typeface="TeX Gyre Adventor"/>
                <a:cs typeface="TeX Gyre Adventor"/>
              </a:defRPr>
            </a:pPr>
            <a:r>
              <a:rPr sz="825" b="0" i="0">
                <a:solidFill>
                  <a:srgbClr val="67685E"/>
                </a:solidFill>
                <a:latin typeface="TeX Gyre Adventor"/>
                <a:ea typeface="TeX Gyre Adventor"/>
                <a:cs typeface="TeX Gyre Adventor"/>
              </a:rPr>
              <a:t>5 / 8</a:t>
            </a:r>
          </a:p>
        </p:txBody>
      </p:sp>
    </p:spTree>
    <p:extLst>
      <p:ext uri="{BB962C8B-B14F-4D97-AF65-F5344CB8AC3E}">
        <p14:creationId xmlns:p14="http://schemas.microsoft.com/office/powerpoint/2010/main" val="287013422"/>
      </p:ext>
    </p:extLst>
  </p:cSld>
</p:sld>
</file>

<file path=ppt/slides/slide6.xml><?xml version="1.0" encoding="utf-8"?>
<p:sld xmlns:p="http://schemas.openxmlformats.org/presentationml/2006/main">
  <p:cSld>
    <p:bg>
      <p:bgPr>
        <a:solidFill xmlns:a="http://schemas.openxmlformats.org/drawingml/2006/main">
          <a:srgbClr val="21281F"/>
        </a:solidFill>
      </p:bgPr>
    </p:bg>
    <p:spTree>
      <p:nvGrpSpPr>
        <p:cNvPr id="1" name=""/>
        <p:cNvGrpSpPr/>
        <p:nvPr/>
      </p:nvGrpSpPr>
      <p:grpSpPr>
        <a:xfrm xmlns:a="http://schemas.openxmlformats.org/drawingml/2006/main"/>
      </p:grpSpPr>
      <p:sp>
        <p:nvSpPr>
          <p:cNvPr id="12" name="element-84">
            <a:extLst xmlns:a="http://schemas.openxmlformats.org/drawingml/2006/main">
              <a:ext uri="{FF2B5EF4-FFF2-40B4-BE49-F238E27FC236}">
                <a16:creationId xmlns:a16="http://schemas.microsoft.com/office/drawing/2014/main" id="{54E92EB6-B725-42E2-A17A-4F2013C0B2E7}"/>
              </a:ext>
            </a:extLst>
          </p:cNvPr>
          <p:cNvSpPr>
            <a:spLocks xmlns:a="http://schemas.openxmlformats.org/drawingml/2006/main" noGrp="1"/>
          </p:cNvSpPr>
          <p:nvPr/>
        </p:nvSpPr>
        <p:spPr>
          <a:xfrm xmlns:a="http://schemas.openxmlformats.org/drawingml/2006/main">
            <a:off x="514350" y="22860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F6EFE6"/>
                </a:solidFill>
                <a:latin typeface="TeX Gyre Schola"/>
                <a:ea typeface="TeX Gyre Schola"/>
                <a:cs typeface="TeX Gyre Schola"/>
              </a:defRPr>
            </a:defPPr>
            <a:lvl1pPr algn="l">
              <a:defRPr sz="2550" b="1" i="0">
                <a:solidFill>
                  <a:srgbClr val="F6EFE6"/>
                </a:solidFill>
                <a:latin typeface="TeX Gyre Schola"/>
                <a:ea typeface="TeX Gyre Schola"/>
                <a:cs typeface="TeX Gyre Schola"/>
              </a:defRPr>
            </a:lvl1pPr>
            <a:lvl2pPr algn="l">
              <a:defRPr sz="2550" b="1" i="0">
                <a:solidFill>
                  <a:srgbClr val="F6EFE6"/>
                </a:solidFill>
                <a:latin typeface="TeX Gyre Schola"/>
                <a:ea typeface="TeX Gyre Schola"/>
                <a:cs typeface="TeX Gyre Schola"/>
              </a:defRPr>
            </a:lvl2pPr>
            <a:lvl3pPr algn="l">
              <a:defRPr sz="2550" b="1" i="0">
                <a:solidFill>
                  <a:srgbClr val="F6EFE6"/>
                </a:solidFill>
                <a:latin typeface="TeX Gyre Schola"/>
                <a:ea typeface="TeX Gyre Schola"/>
                <a:cs typeface="TeX Gyre Schola"/>
              </a:defRPr>
            </a:lvl3pPr>
            <a:lvl4pPr algn="l">
              <a:defRPr sz="2550" b="1" i="0">
                <a:solidFill>
                  <a:srgbClr val="F6EFE6"/>
                </a:solidFill>
                <a:latin typeface="TeX Gyre Schola"/>
                <a:ea typeface="TeX Gyre Schola"/>
                <a:cs typeface="TeX Gyre Schola"/>
              </a:defRPr>
            </a:lvl4pPr>
            <a:lvl5pPr algn="l">
              <a:defRPr sz="2550" b="1" i="0">
                <a:solidFill>
                  <a:srgbClr val="F6EFE6"/>
                </a:solidFill>
                <a:latin typeface="TeX Gyre Schola"/>
                <a:ea typeface="TeX Gyre Schola"/>
                <a:cs typeface="TeX Gyre Schola"/>
              </a:defRPr>
            </a:lvl5pPr>
            <a:lvl6pPr algn="l">
              <a:defRPr sz="2550" b="1" i="0">
                <a:solidFill>
                  <a:srgbClr val="F6EFE6"/>
                </a:solidFill>
                <a:latin typeface="TeX Gyre Schola"/>
                <a:ea typeface="TeX Gyre Schola"/>
                <a:cs typeface="TeX Gyre Schola"/>
              </a:defRPr>
            </a:lvl6pPr>
            <a:lvl7pPr algn="l">
              <a:defRPr sz="2550" b="1" i="0">
                <a:solidFill>
                  <a:srgbClr val="F6EFE6"/>
                </a:solidFill>
                <a:latin typeface="TeX Gyre Schola"/>
                <a:ea typeface="TeX Gyre Schola"/>
                <a:cs typeface="TeX Gyre Schola"/>
              </a:defRPr>
            </a:lvl7pPr>
            <a:lvl8pPr algn="l">
              <a:defRPr sz="2550" b="1" i="0">
                <a:solidFill>
                  <a:srgbClr val="F6EFE6"/>
                </a:solidFill>
                <a:latin typeface="TeX Gyre Schola"/>
                <a:ea typeface="TeX Gyre Schola"/>
                <a:cs typeface="TeX Gyre Schola"/>
              </a:defRPr>
            </a:lvl8pPr>
            <a:lvl9pPr algn="l">
              <a:defRPr sz="2550" b="1" i="0">
                <a:solidFill>
                  <a:srgbClr val="F6EFE6"/>
                </a:solidFill>
                <a:latin typeface="TeX Gyre Schola"/>
                <a:ea typeface="TeX Gyre Schola"/>
                <a:cs typeface="TeX Gyre Schola"/>
              </a:defRPr>
            </a:lvl9pPr>
          </a:lstStyle>
          <a:p xmlns:a="http://schemas.openxmlformats.org/drawingml/2006/main">
            <a:pPr algn="l">
              <a:defRPr sz="2550" b="1" i="0">
                <a:solidFill>
                  <a:srgbClr val="F6EFE6"/>
                </a:solidFill>
                <a:latin typeface="TeX Gyre Schola"/>
                <a:ea typeface="TeX Gyre Schola"/>
                <a:cs typeface="TeX Gyre Schola"/>
              </a:defRPr>
            </a:pPr>
            <a:r>
              <a:rPr sz="2550" b="1" i="0">
                <a:solidFill>
                  <a:srgbClr val="F6EFE6"/>
                </a:solidFill>
                <a:latin typeface="TeX Gyre Schola"/>
                <a:ea typeface="TeX Gyre Schola"/>
                <a:cs typeface="TeX Gyre Schola"/>
              </a:rPr>
              <a:t>What a ₹149 subscription has to cover</a:t>
            </a:r>
          </a:p>
        </p:txBody>
      </p:sp>
      <p:sp>
        <p:nvSpPr>
          <p:cNvPr id="2" name="element-85">
            <a:extLst xmlns:a="http://schemas.openxmlformats.org/drawingml/2006/main">
              <a:ext uri="{FF2B5EF4-FFF2-40B4-BE49-F238E27FC236}">
                <a16:creationId xmlns:a16="http://schemas.microsoft.com/office/drawing/2014/main" id="{3A0387E6-A15B-4AB0-BD3B-D2DC1E761809}"/>
              </a:ext>
            </a:extLst>
          </p:cNvPr>
          <p:cNvSpPr>
            <a:spLocks xmlns:a="http://schemas.openxmlformats.org/drawingml/2006/main" noGrp="1"/>
          </p:cNvSpPr>
          <p:nvPr/>
        </p:nvSpPr>
        <p:spPr>
          <a:xfrm xmlns:a="http://schemas.openxmlformats.org/drawingml/2006/main">
            <a:off x="514350" y="11430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E8B083"/>
                </a:solidFill>
                <a:latin typeface="TeX Gyre Schola"/>
                <a:ea typeface="TeX Gyre Schola"/>
                <a:cs typeface="TeX Gyre Schola"/>
              </a:defRPr>
            </a:defPPr>
            <a:lvl1pPr algn="l">
              <a:defRPr sz="3450" b="1" i="0">
                <a:solidFill>
                  <a:srgbClr val="E8B083"/>
                </a:solidFill>
                <a:latin typeface="TeX Gyre Schola"/>
                <a:ea typeface="TeX Gyre Schola"/>
                <a:cs typeface="TeX Gyre Schola"/>
              </a:defRPr>
            </a:lvl1pPr>
            <a:lvl2pPr algn="l">
              <a:defRPr sz="3450" b="1" i="0">
                <a:solidFill>
                  <a:srgbClr val="E8B083"/>
                </a:solidFill>
                <a:latin typeface="TeX Gyre Schola"/>
                <a:ea typeface="TeX Gyre Schola"/>
                <a:cs typeface="TeX Gyre Schola"/>
              </a:defRPr>
            </a:lvl2pPr>
            <a:lvl3pPr algn="l">
              <a:defRPr sz="3450" b="1" i="0">
                <a:solidFill>
                  <a:srgbClr val="E8B083"/>
                </a:solidFill>
                <a:latin typeface="TeX Gyre Schola"/>
                <a:ea typeface="TeX Gyre Schola"/>
                <a:cs typeface="TeX Gyre Schola"/>
              </a:defRPr>
            </a:lvl3pPr>
            <a:lvl4pPr algn="l">
              <a:defRPr sz="3450" b="1" i="0">
                <a:solidFill>
                  <a:srgbClr val="E8B083"/>
                </a:solidFill>
                <a:latin typeface="TeX Gyre Schola"/>
                <a:ea typeface="TeX Gyre Schola"/>
                <a:cs typeface="TeX Gyre Schola"/>
              </a:defRPr>
            </a:lvl4pPr>
            <a:lvl5pPr algn="l">
              <a:defRPr sz="3450" b="1" i="0">
                <a:solidFill>
                  <a:srgbClr val="E8B083"/>
                </a:solidFill>
                <a:latin typeface="TeX Gyre Schola"/>
                <a:ea typeface="TeX Gyre Schola"/>
                <a:cs typeface="TeX Gyre Schola"/>
              </a:defRPr>
            </a:lvl5pPr>
            <a:lvl6pPr algn="l">
              <a:defRPr sz="3450" b="1" i="0">
                <a:solidFill>
                  <a:srgbClr val="E8B083"/>
                </a:solidFill>
                <a:latin typeface="TeX Gyre Schola"/>
                <a:ea typeface="TeX Gyre Schola"/>
                <a:cs typeface="TeX Gyre Schola"/>
              </a:defRPr>
            </a:lvl6pPr>
            <a:lvl7pPr algn="l">
              <a:defRPr sz="3450" b="1" i="0">
                <a:solidFill>
                  <a:srgbClr val="E8B083"/>
                </a:solidFill>
                <a:latin typeface="TeX Gyre Schola"/>
                <a:ea typeface="TeX Gyre Schola"/>
                <a:cs typeface="TeX Gyre Schola"/>
              </a:defRPr>
            </a:lvl7pPr>
            <a:lvl8pPr algn="l">
              <a:defRPr sz="3450" b="1" i="0">
                <a:solidFill>
                  <a:srgbClr val="E8B083"/>
                </a:solidFill>
                <a:latin typeface="TeX Gyre Schola"/>
                <a:ea typeface="TeX Gyre Schola"/>
                <a:cs typeface="TeX Gyre Schola"/>
              </a:defRPr>
            </a:lvl8pPr>
            <a:lvl9pPr algn="l">
              <a:defRPr sz="3450" b="1" i="0">
                <a:solidFill>
                  <a:srgbClr val="E8B083"/>
                </a:solidFill>
                <a:latin typeface="TeX Gyre Schola"/>
                <a:ea typeface="TeX Gyre Schola"/>
                <a:cs typeface="TeX Gyre Schola"/>
              </a:defRPr>
            </a:lvl9pPr>
          </a:lstStyle>
          <a:p xmlns:a="http://schemas.openxmlformats.org/drawingml/2006/main">
            <a:pPr algn="l">
              <a:defRPr sz="3450" b="1" i="0">
                <a:solidFill>
                  <a:srgbClr val="E8B083"/>
                </a:solidFill>
                <a:latin typeface="TeX Gyre Schola"/>
                <a:ea typeface="TeX Gyre Schola"/>
                <a:cs typeface="TeX Gyre Schola"/>
              </a:defRPr>
            </a:pPr>
            <a:r>
              <a:rPr sz="3450" b="1" i="0">
                <a:solidFill>
                  <a:srgbClr val="E8B083"/>
                </a:solidFill>
                <a:latin typeface="TeX Gyre Schola"/>
                <a:ea typeface="TeX Gyre Schola"/>
                <a:cs typeface="TeX Gyre Schola"/>
              </a:rPr>
              <a:t>₹149</a:t>
            </a:r>
          </a:p>
        </p:txBody>
      </p:sp>
      <p:sp>
        <p:nvSpPr>
          <p:cNvPr id="3" name="element-86">
            <a:extLst xmlns:a="http://schemas.openxmlformats.org/drawingml/2006/main">
              <a:ext uri="{FF2B5EF4-FFF2-40B4-BE49-F238E27FC236}">
                <a16:creationId xmlns:a16="http://schemas.microsoft.com/office/drawing/2014/main" id="{E66456EB-C25E-471B-A869-B145C5488EF3}"/>
              </a:ext>
            </a:extLst>
          </p:cNvPr>
          <p:cNvSpPr>
            <a:spLocks xmlns:a="http://schemas.openxmlformats.org/drawingml/2006/main" noGrp="1"/>
          </p:cNvSpPr>
          <p:nvPr/>
        </p:nvSpPr>
        <p:spPr>
          <a:xfrm xmlns:a="http://schemas.openxmlformats.org/drawingml/2006/main">
            <a:off x="514350" y="1762125"/>
            <a:ext cx="2571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F6EFE6"/>
                </a:solidFill>
                <a:latin typeface="TeX Gyre Adventor"/>
                <a:ea typeface="TeX Gyre Adventor"/>
                <a:cs typeface="TeX Gyre Adventor"/>
              </a:defRPr>
            </a:defPPr>
            <a:lvl1pPr algn="l">
              <a:defRPr sz="1200" b="0" i="0">
                <a:solidFill>
                  <a:srgbClr val="F6EFE6"/>
                </a:solidFill>
                <a:latin typeface="TeX Gyre Adventor"/>
                <a:ea typeface="TeX Gyre Adventor"/>
                <a:cs typeface="TeX Gyre Adventor"/>
              </a:defRPr>
            </a:lvl1pPr>
            <a:lvl2pPr algn="l">
              <a:defRPr sz="1200" b="0" i="0">
                <a:solidFill>
                  <a:srgbClr val="F6EFE6"/>
                </a:solidFill>
                <a:latin typeface="TeX Gyre Adventor"/>
                <a:ea typeface="TeX Gyre Adventor"/>
                <a:cs typeface="TeX Gyre Adventor"/>
              </a:defRPr>
            </a:lvl2pPr>
            <a:lvl3pPr algn="l">
              <a:defRPr sz="1200" b="0" i="0">
                <a:solidFill>
                  <a:srgbClr val="F6EFE6"/>
                </a:solidFill>
                <a:latin typeface="TeX Gyre Adventor"/>
                <a:ea typeface="TeX Gyre Adventor"/>
                <a:cs typeface="TeX Gyre Adventor"/>
              </a:defRPr>
            </a:lvl3pPr>
            <a:lvl4pPr algn="l">
              <a:defRPr sz="1200" b="0" i="0">
                <a:solidFill>
                  <a:srgbClr val="F6EFE6"/>
                </a:solidFill>
                <a:latin typeface="TeX Gyre Adventor"/>
                <a:ea typeface="TeX Gyre Adventor"/>
                <a:cs typeface="TeX Gyre Adventor"/>
              </a:defRPr>
            </a:lvl4pPr>
            <a:lvl5pPr algn="l">
              <a:defRPr sz="1200" b="0" i="0">
                <a:solidFill>
                  <a:srgbClr val="F6EFE6"/>
                </a:solidFill>
                <a:latin typeface="TeX Gyre Adventor"/>
                <a:ea typeface="TeX Gyre Adventor"/>
                <a:cs typeface="TeX Gyre Adventor"/>
              </a:defRPr>
            </a:lvl5pPr>
            <a:lvl6pPr algn="l">
              <a:defRPr sz="1200" b="0" i="0">
                <a:solidFill>
                  <a:srgbClr val="F6EFE6"/>
                </a:solidFill>
                <a:latin typeface="TeX Gyre Adventor"/>
                <a:ea typeface="TeX Gyre Adventor"/>
                <a:cs typeface="TeX Gyre Adventor"/>
              </a:defRPr>
            </a:lvl6pPr>
            <a:lvl7pPr algn="l">
              <a:defRPr sz="1200" b="0" i="0">
                <a:solidFill>
                  <a:srgbClr val="F6EFE6"/>
                </a:solidFill>
                <a:latin typeface="TeX Gyre Adventor"/>
                <a:ea typeface="TeX Gyre Adventor"/>
                <a:cs typeface="TeX Gyre Adventor"/>
              </a:defRPr>
            </a:lvl7pPr>
            <a:lvl8pPr algn="l">
              <a:defRPr sz="1200" b="0" i="0">
                <a:solidFill>
                  <a:srgbClr val="F6EFE6"/>
                </a:solidFill>
                <a:latin typeface="TeX Gyre Adventor"/>
                <a:ea typeface="TeX Gyre Adventor"/>
                <a:cs typeface="TeX Gyre Adventor"/>
              </a:defRPr>
            </a:lvl8pPr>
            <a:lvl9pPr algn="l">
              <a:defRPr sz="1200" b="0" i="0">
                <a:solidFill>
                  <a:srgbClr val="F6EFE6"/>
                </a:solidFill>
                <a:latin typeface="TeX Gyre Adventor"/>
                <a:ea typeface="TeX Gyre Adventor"/>
                <a:cs typeface="TeX Gyre Adventor"/>
              </a:defRPr>
            </a:lvl9pPr>
          </a:lstStyle>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proposed monthly price</a:t>
            </a:r>
          </a:p>
        </p:txBody>
      </p:sp>
      <p:sp>
        <p:nvSpPr>
          <p:cNvPr id="4" name="element-87">
            <a:extLst xmlns:a="http://schemas.openxmlformats.org/drawingml/2006/main">
              <a:ext uri="{FF2B5EF4-FFF2-40B4-BE49-F238E27FC236}">
                <a16:creationId xmlns:a16="http://schemas.microsoft.com/office/drawing/2014/main" id="{53D52722-0162-4D88-856E-5970200FD54D}"/>
              </a:ext>
            </a:extLst>
          </p:cNvPr>
          <p:cNvSpPr>
            <a:spLocks xmlns:a="http://schemas.openxmlformats.org/drawingml/2006/main" noGrp="1"/>
          </p:cNvSpPr>
          <p:nvPr/>
        </p:nvSpPr>
        <p:spPr>
          <a:xfrm xmlns:a="http://schemas.openxmlformats.org/drawingml/2006/main">
            <a:off x="3324225" y="11430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F6EFE6"/>
                </a:solidFill>
                <a:latin typeface="TeX Gyre Schola"/>
                <a:ea typeface="TeX Gyre Schola"/>
                <a:cs typeface="TeX Gyre Schola"/>
              </a:defRPr>
            </a:defPPr>
            <a:lvl1pPr algn="l">
              <a:defRPr sz="3450" b="1" i="0">
                <a:solidFill>
                  <a:srgbClr val="F6EFE6"/>
                </a:solidFill>
                <a:latin typeface="TeX Gyre Schola"/>
                <a:ea typeface="TeX Gyre Schola"/>
                <a:cs typeface="TeX Gyre Schola"/>
              </a:defRPr>
            </a:lvl1pPr>
            <a:lvl2pPr algn="l">
              <a:defRPr sz="3450" b="1" i="0">
                <a:solidFill>
                  <a:srgbClr val="F6EFE6"/>
                </a:solidFill>
                <a:latin typeface="TeX Gyre Schola"/>
                <a:ea typeface="TeX Gyre Schola"/>
                <a:cs typeface="TeX Gyre Schola"/>
              </a:defRPr>
            </a:lvl2pPr>
            <a:lvl3pPr algn="l">
              <a:defRPr sz="3450" b="1" i="0">
                <a:solidFill>
                  <a:srgbClr val="F6EFE6"/>
                </a:solidFill>
                <a:latin typeface="TeX Gyre Schola"/>
                <a:ea typeface="TeX Gyre Schola"/>
                <a:cs typeface="TeX Gyre Schola"/>
              </a:defRPr>
            </a:lvl3pPr>
            <a:lvl4pPr algn="l">
              <a:defRPr sz="3450" b="1" i="0">
                <a:solidFill>
                  <a:srgbClr val="F6EFE6"/>
                </a:solidFill>
                <a:latin typeface="TeX Gyre Schola"/>
                <a:ea typeface="TeX Gyre Schola"/>
                <a:cs typeface="TeX Gyre Schola"/>
              </a:defRPr>
            </a:lvl4pPr>
            <a:lvl5pPr algn="l">
              <a:defRPr sz="3450" b="1" i="0">
                <a:solidFill>
                  <a:srgbClr val="F6EFE6"/>
                </a:solidFill>
                <a:latin typeface="TeX Gyre Schola"/>
                <a:ea typeface="TeX Gyre Schola"/>
                <a:cs typeface="TeX Gyre Schola"/>
              </a:defRPr>
            </a:lvl5pPr>
            <a:lvl6pPr algn="l">
              <a:defRPr sz="3450" b="1" i="0">
                <a:solidFill>
                  <a:srgbClr val="F6EFE6"/>
                </a:solidFill>
                <a:latin typeface="TeX Gyre Schola"/>
                <a:ea typeface="TeX Gyre Schola"/>
                <a:cs typeface="TeX Gyre Schola"/>
              </a:defRPr>
            </a:lvl6pPr>
            <a:lvl7pPr algn="l">
              <a:defRPr sz="3450" b="1" i="0">
                <a:solidFill>
                  <a:srgbClr val="F6EFE6"/>
                </a:solidFill>
                <a:latin typeface="TeX Gyre Schola"/>
                <a:ea typeface="TeX Gyre Schola"/>
                <a:cs typeface="TeX Gyre Schola"/>
              </a:defRPr>
            </a:lvl7pPr>
            <a:lvl8pPr algn="l">
              <a:defRPr sz="3450" b="1" i="0">
                <a:solidFill>
                  <a:srgbClr val="F6EFE6"/>
                </a:solidFill>
                <a:latin typeface="TeX Gyre Schola"/>
                <a:ea typeface="TeX Gyre Schola"/>
                <a:cs typeface="TeX Gyre Schola"/>
              </a:defRPr>
            </a:lvl8pPr>
            <a:lvl9pPr algn="l">
              <a:defRPr sz="3450" b="1" i="0">
                <a:solidFill>
                  <a:srgbClr val="F6EFE6"/>
                </a:solidFill>
                <a:latin typeface="TeX Gyre Schola"/>
                <a:ea typeface="TeX Gyre Schola"/>
                <a:cs typeface="TeX Gyre Schola"/>
              </a:defRPr>
            </a:lvl9pPr>
          </a:lstStyle>
          <a:p xmlns:a="http://schemas.openxmlformats.org/drawingml/2006/main">
            <a:pPr algn="l">
              <a:defRPr sz="3450" b="1" i="0">
                <a:solidFill>
                  <a:srgbClr val="F6EFE6"/>
                </a:solidFill>
                <a:latin typeface="TeX Gyre Schola"/>
                <a:ea typeface="TeX Gyre Schola"/>
                <a:cs typeface="TeX Gyre Schola"/>
              </a:defRPr>
            </a:pPr>
            <a:r>
              <a:rPr sz="3450" b="1" i="0">
                <a:solidFill>
                  <a:srgbClr val="F6EFE6"/>
                </a:solidFill>
                <a:latin typeface="TeX Gyre Schola"/>
                <a:ea typeface="TeX Gyre Schola"/>
                <a:cs typeface="TeX Gyre Schola"/>
              </a:rPr>
              <a:t>₹27</a:t>
            </a:r>
          </a:p>
        </p:txBody>
      </p:sp>
      <p:sp>
        <p:nvSpPr>
          <p:cNvPr id="5" name="element-88">
            <a:extLst xmlns:a="http://schemas.openxmlformats.org/drawingml/2006/main">
              <a:ext uri="{FF2B5EF4-FFF2-40B4-BE49-F238E27FC236}">
                <a16:creationId xmlns:a16="http://schemas.microsoft.com/office/drawing/2014/main" id="{F4409079-05BA-40A5-A90B-E22AD33CFA8E}"/>
              </a:ext>
            </a:extLst>
          </p:cNvPr>
          <p:cNvSpPr>
            <a:spLocks xmlns:a="http://schemas.openxmlformats.org/drawingml/2006/main" noGrp="1"/>
          </p:cNvSpPr>
          <p:nvPr/>
        </p:nvSpPr>
        <p:spPr>
          <a:xfrm xmlns:a="http://schemas.openxmlformats.org/drawingml/2006/main">
            <a:off x="3324225" y="1762125"/>
            <a:ext cx="2571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F6EFE6"/>
                </a:solidFill>
                <a:latin typeface="TeX Gyre Adventor"/>
                <a:ea typeface="TeX Gyre Adventor"/>
                <a:cs typeface="TeX Gyre Adventor"/>
              </a:defRPr>
            </a:defPPr>
            <a:lvl1pPr algn="l">
              <a:defRPr sz="1200" b="0" i="0">
                <a:solidFill>
                  <a:srgbClr val="F6EFE6"/>
                </a:solidFill>
                <a:latin typeface="TeX Gyre Adventor"/>
                <a:ea typeface="TeX Gyre Adventor"/>
                <a:cs typeface="TeX Gyre Adventor"/>
              </a:defRPr>
            </a:lvl1pPr>
            <a:lvl2pPr algn="l">
              <a:defRPr sz="1200" b="0" i="0">
                <a:solidFill>
                  <a:srgbClr val="F6EFE6"/>
                </a:solidFill>
                <a:latin typeface="TeX Gyre Adventor"/>
                <a:ea typeface="TeX Gyre Adventor"/>
                <a:cs typeface="TeX Gyre Adventor"/>
              </a:defRPr>
            </a:lvl2pPr>
            <a:lvl3pPr algn="l">
              <a:defRPr sz="1200" b="0" i="0">
                <a:solidFill>
                  <a:srgbClr val="F6EFE6"/>
                </a:solidFill>
                <a:latin typeface="TeX Gyre Adventor"/>
                <a:ea typeface="TeX Gyre Adventor"/>
                <a:cs typeface="TeX Gyre Adventor"/>
              </a:defRPr>
            </a:lvl3pPr>
            <a:lvl4pPr algn="l">
              <a:defRPr sz="1200" b="0" i="0">
                <a:solidFill>
                  <a:srgbClr val="F6EFE6"/>
                </a:solidFill>
                <a:latin typeface="TeX Gyre Adventor"/>
                <a:ea typeface="TeX Gyre Adventor"/>
                <a:cs typeface="TeX Gyre Adventor"/>
              </a:defRPr>
            </a:lvl4pPr>
            <a:lvl5pPr algn="l">
              <a:defRPr sz="1200" b="0" i="0">
                <a:solidFill>
                  <a:srgbClr val="F6EFE6"/>
                </a:solidFill>
                <a:latin typeface="TeX Gyre Adventor"/>
                <a:ea typeface="TeX Gyre Adventor"/>
                <a:cs typeface="TeX Gyre Adventor"/>
              </a:defRPr>
            </a:lvl5pPr>
            <a:lvl6pPr algn="l">
              <a:defRPr sz="1200" b="0" i="0">
                <a:solidFill>
                  <a:srgbClr val="F6EFE6"/>
                </a:solidFill>
                <a:latin typeface="TeX Gyre Adventor"/>
                <a:ea typeface="TeX Gyre Adventor"/>
                <a:cs typeface="TeX Gyre Adventor"/>
              </a:defRPr>
            </a:lvl6pPr>
            <a:lvl7pPr algn="l">
              <a:defRPr sz="1200" b="0" i="0">
                <a:solidFill>
                  <a:srgbClr val="F6EFE6"/>
                </a:solidFill>
                <a:latin typeface="TeX Gyre Adventor"/>
                <a:ea typeface="TeX Gyre Adventor"/>
                <a:cs typeface="TeX Gyre Adventor"/>
              </a:defRPr>
            </a:lvl7pPr>
            <a:lvl8pPr algn="l">
              <a:defRPr sz="1200" b="0" i="0">
                <a:solidFill>
                  <a:srgbClr val="F6EFE6"/>
                </a:solidFill>
                <a:latin typeface="TeX Gyre Adventor"/>
                <a:ea typeface="TeX Gyre Adventor"/>
                <a:cs typeface="TeX Gyre Adventor"/>
              </a:defRPr>
            </a:lvl8pPr>
            <a:lvl9pPr algn="l">
              <a:defRPr sz="1200" b="0" i="0">
                <a:solidFill>
                  <a:srgbClr val="F6EFE6"/>
                </a:solidFill>
                <a:latin typeface="TeX Gyre Adventor"/>
                <a:ea typeface="TeX Gyre Adventor"/>
                <a:cs typeface="TeX Gyre Adventor"/>
              </a:defRPr>
            </a:lvl9pPr>
          </a:lstStyle>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typical variable cost</a:t>
            </a:r>
          </a:p>
        </p:txBody>
      </p:sp>
      <p:sp>
        <p:nvSpPr>
          <p:cNvPr id="6" name="element-89">
            <a:extLst xmlns:a="http://schemas.openxmlformats.org/drawingml/2006/main">
              <a:ext uri="{FF2B5EF4-FFF2-40B4-BE49-F238E27FC236}">
                <a16:creationId xmlns:a16="http://schemas.microsoft.com/office/drawing/2014/main" id="{347A8F41-7DB0-4C41-B582-EA6F1F38EC2A}"/>
              </a:ext>
            </a:extLst>
          </p:cNvPr>
          <p:cNvSpPr>
            <a:spLocks xmlns:a="http://schemas.openxmlformats.org/drawingml/2006/main" noGrp="1"/>
          </p:cNvSpPr>
          <p:nvPr/>
        </p:nvSpPr>
        <p:spPr>
          <a:xfrm xmlns:a="http://schemas.openxmlformats.org/drawingml/2006/main">
            <a:off x="6134100" y="114300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i="0">
                <a:solidFill>
                  <a:srgbClr val="F6EFE6"/>
                </a:solidFill>
                <a:latin typeface="TeX Gyre Schola"/>
                <a:ea typeface="TeX Gyre Schola"/>
                <a:cs typeface="TeX Gyre Schola"/>
              </a:defRPr>
            </a:defPPr>
            <a:lvl1pPr algn="l">
              <a:defRPr sz="3450" b="1" i="0">
                <a:solidFill>
                  <a:srgbClr val="F6EFE6"/>
                </a:solidFill>
                <a:latin typeface="TeX Gyre Schola"/>
                <a:ea typeface="TeX Gyre Schola"/>
                <a:cs typeface="TeX Gyre Schola"/>
              </a:defRPr>
            </a:lvl1pPr>
            <a:lvl2pPr algn="l">
              <a:defRPr sz="3450" b="1" i="0">
                <a:solidFill>
                  <a:srgbClr val="F6EFE6"/>
                </a:solidFill>
                <a:latin typeface="TeX Gyre Schola"/>
                <a:ea typeface="TeX Gyre Schola"/>
                <a:cs typeface="TeX Gyre Schola"/>
              </a:defRPr>
            </a:lvl2pPr>
            <a:lvl3pPr algn="l">
              <a:defRPr sz="3450" b="1" i="0">
                <a:solidFill>
                  <a:srgbClr val="F6EFE6"/>
                </a:solidFill>
                <a:latin typeface="TeX Gyre Schola"/>
                <a:ea typeface="TeX Gyre Schola"/>
                <a:cs typeface="TeX Gyre Schola"/>
              </a:defRPr>
            </a:lvl3pPr>
            <a:lvl4pPr algn="l">
              <a:defRPr sz="3450" b="1" i="0">
                <a:solidFill>
                  <a:srgbClr val="F6EFE6"/>
                </a:solidFill>
                <a:latin typeface="TeX Gyre Schola"/>
                <a:ea typeface="TeX Gyre Schola"/>
                <a:cs typeface="TeX Gyre Schola"/>
              </a:defRPr>
            </a:lvl4pPr>
            <a:lvl5pPr algn="l">
              <a:defRPr sz="3450" b="1" i="0">
                <a:solidFill>
                  <a:srgbClr val="F6EFE6"/>
                </a:solidFill>
                <a:latin typeface="TeX Gyre Schola"/>
                <a:ea typeface="TeX Gyre Schola"/>
                <a:cs typeface="TeX Gyre Schola"/>
              </a:defRPr>
            </a:lvl5pPr>
            <a:lvl6pPr algn="l">
              <a:defRPr sz="3450" b="1" i="0">
                <a:solidFill>
                  <a:srgbClr val="F6EFE6"/>
                </a:solidFill>
                <a:latin typeface="TeX Gyre Schola"/>
                <a:ea typeface="TeX Gyre Schola"/>
                <a:cs typeface="TeX Gyre Schola"/>
              </a:defRPr>
            </a:lvl6pPr>
            <a:lvl7pPr algn="l">
              <a:defRPr sz="3450" b="1" i="0">
                <a:solidFill>
                  <a:srgbClr val="F6EFE6"/>
                </a:solidFill>
                <a:latin typeface="TeX Gyre Schola"/>
                <a:ea typeface="TeX Gyre Schola"/>
                <a:cs typeface="TeX Gyre Schola"/>
              </a:defRPr>
            </a:lvl7pPr>
            <a:lvl8pPr algn="l">
              <a:defRPr sz="3450" b="1" i="0">
                <a:solidFill>
                  <a:srgbClr val="F6EFE6"/>
                </a:solidFill>
                <a:latin typeface="TeX Gyre Schola"/>
                <a:ea typeface="TeX Gyre Schola"/>
                <a:cs typeface="TeX Gyre Schola"/>
              </a:defRPr>
            </a:lvl8pPr>
            <a:lvl9pPr algn="l">
              <a:defRPr sz="3450" b="1" i="0">
                <a:solidFill>
                  <a:srgbClr val="F6EFE6"/>
                </a:solidFill>
                <a:latin typeface="TeX Gyre Schola"/>
                <a:ea typeface="TeX Gyre Schola"/>
                <a:cs typeface="TeX Gyre Schola"/>
              </a:defRPr>
            </a:lvl9pPr>
          </a:lstStyle>
          <a:p xmlns:a="http://schemas.openxmlformats.org/drawingml/2006/main">
            <a:pPr algn="l">
              <a:defRPr sz="3450" b="1" i="0">
                <a:solidFill>
                  <a:srgbClr val="F6EFE6"/>
                </a:solidFill>
                <a:latin typeface="TeX Gyre Schola"/>
                <a:ea typeface="TeX Gyre Schola"/>
                <a:cs typeface="TeX Gyre Schola"/>
              </a:defRPr>
            </a:pPr>
            <a:r>
              <a:rPr sz="3450" b="1" i="0">
                <a:solidFill>
                  <a:srgbClr val="F6EFE6"/>
                </a:solidFill>
                <a:latin typeface="TeX Gyre Schola"/>
                <a:ea typeface="TeX Gyre Schola"/>
                <a:cs typeface="TeX Gyre Schola"/>
              </a:rPr>
              <a:t>₹96</a:t>
            </a:r>
          </a:p>
        </p:txBody>
      </p:sp>
      <p:sp>
        <p:nvSpPr>
          <p:cNvPr id="7" name="element-90">
            <a:extLst xmlns:a="http://schemas.openxmlformats.org/drawingml/2006/main">
              <a:ext uri="{FF2B5EF4-FFF2-40B4-BE49-F238E27FC236}">
                <a16:creationId xmlns:a16="http://schemas.microsoft.com/office/drawing/2014/main" id="{A344D2B7-89D4-4E9D-BF5B-17285ED5402E}"/>
              </a:ext>
            </a:extLst>
          </p:cNvPr>
          <p:cNvSpPr>
            <a:spLocks xmlns:a="http://schemas.openxmlformats.org/drawingml/2006/main" noGrp="1"/>
          </p:cNvSpPr>
          <p:nvPr/>
        </p:nvSpPr>
        <p:spPr>
          <a:xfrm xmlns:a="http://schemas.openxmlformats.org/drawingml/2006/main">
            <a:off x="6134100" y="1762125"/>
            <a:ext cx="2571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F6EFE6"/>
                </a:solidFill>
                <a:latin typeface="TeX Gyre Adventor"/>
                <a:ea typeface="TeX Gyre Adventor"/>
                <a:cs typeface="TeX Gyre Adventor"/>
              </a:defRPr>
            </a:defPPr>
            <a:lvl1pPr algn="l">
              <a:defRPr sz="1200" b="0" i="0">
                <a:solidFill>
                  <a:srgbClr val="F6EFE6"/>
                </a:solidFill>
                <a:latin typeface="TeX Gyre Adventor"/>
                <a:ea typeface="TeX Gyre Adventor"/>
                <a:cs typeface="TeX Gyre Adventor"/>
              </a:defRPr>
            </a:lvl1pPr>
            <a:lvl2pPr algn="l">
              <a:defRPr sz="1200" b="0" i="0">
                <a:solidFill>
                  <a:srgbClr val="F6EFE6"/>
                </a:solidFill>
                <a:latin typeface="TeX Gyre Adventor"/>
                <a:ea typeface="TeX Gyre Adventor"/>
                <a:cs typeface="TeX Gyre Adventor"/>
              </a:defRPr>
            </a:lvl2pPr>
            <a:lvl3pPr algn="l">
              <a:defRPr sz="1200" b="0" i="0">
                <a:solidFill>
                  <a:srgbClr val="F6EFE6"/>
                </a:solidFill>
                <a:latin typeface="TeX Gyre Adventor"/>
                <a:ea typeface="TeX Gyre Adventor"/>
                <a:cs typeface="TeX Gyre Adventor"/>
              </a:defRPr>
            </a:lvl3pPr>
            <a:lvl4pPr algn="l">
              <a:defRPr sz="1200" b="0" i="0">
                <a:solidFill>
                  <a:srgbClr val="F6EFE6"/>
                </a:solidFill>
                <a:latin typeface="TeX Gyre Adventor"/>
                <a:ea typeface="TeX Gyre Adventor"/>
                <a:cs typeface="TeX Gyre Adventor"/>
              </a:defRPr>
            </a:lvl4pPr>
            <a:lvl5pPr algn="l">
              <a:defRPr sz="1200" b="0" i="0">
                <a:solidFill>
                  <a:srgbClr val="F6EFE6"/>
                </a:solidFill>
                <a:latin typeface="TeX Gyre Adventor"/>
                <a:ea typeface="TeX Gyre Adventor"/>
                <a:cs typeface="TeX Gyre Adventor"/>
              </a:defRPr>
            </a:lvl5pPr>
            <a:lvl6pPr algn="l">
              <a:defRPr sz="1200" b="0" i="0">
                <a:solidFill>
                  <a:srgbClr val="F6EFE6"/>
                </a:solidFill>
                <a:latin typeface="TeX Gyre Adventor"/>
                <a:ea typeface="TeX Gyre Adventor"/>
                <a:cs typeface="TeX Gyre Adventor"/>
              </a:defRPr>
            </a:lvl6pPr>
            <a:lvl7pPr algn="l">
              <a:defRPr sz="1200" b="0" i="0">
                <a:solidFill>
                  <a:srgbClr val="F6EFE6"/>
                </a:solidFill>
                <a:latin typeface="TeX Gyre Adventor"/>
                <a:ea typeface="TeX Gyre Adventor"/>
                <a:cs typeface="TeX Gyre Adventor"/>
              </a:defRPr>
            </a:lvl7pPr>
            <a:lvl8pPr algn="l">
              <a:defRPr sz="1200" b="0" i="0">
                <a:solidFill>
                  <a:srgbClr val="F6EFE6"/>
                </a:solidFill>
                <a:latin typeface="TeX Gyre Adventor"/>
                <a:ea typeface="TeX Gyre Adventor"/>
                <a:cs typeface="TeX Gyre Adventor"/>
              </a:defRPr>
            </a:lvl8pPr>
            <a:lvl9pPr algn="l">
              <a:defRPr sz="1200" b="0" i="0">
                <a:solidFill>
                  <a:srgbClr val="F6EFE6"/>
                </a:solidFill>
                <a:latin typeface="TeX Gyre Adventor"/>
                <a:ea typeface="TeX Gyre Adventor"/>
                <a:cs typeface="TeX Gyre Adventor"/>
              </a:defRPr>
            </a:lvl9pPr>
          </a:lstStyle>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contribution before free users</a:t>
            </a:r>
          </a:p>
          <a:p xmlns:a="http://schemas.openxmlformats.org/drawingml/2006/main">
            <a:pPr algn="l">
              <a:defRPr sz="1200" b="0" i="0">
                <a:solidFill>
                  <a:srgbClr val="F6EFE6"/>
                </a:solidFill>
                <a:latin typeface="TeX Gyre Adventor"/>
                <a:ea typeface="TeX Gyre Adventor"/>
                <a:cs typeface="TeX Gyre Adventor"/>
              </a:defRPr>
            </a:pPr>
            <a:r>
              <a:rPr sz="1200" b="0" i="0">
                <a:solidFill>
                  <a:srgbClr val="F6EFE6"/>
                </a:solidFill>
                <a:latin typeface="TeX Gyre Adventor"/>
                <a:ea typeface="TeX Gyre Adventor"/>
                <a:cs typeface="TeX Gyre Adventor"/>
              </a:rPr>
              <a:t>and shared fixed costs</a:t>
            </a:r>
          </a:p>
        </p:txBody>
      </p:sp>
      <p:graphicFrame>
        <p:nvGraphicFramePr>
          <p:cNvPr id="8" name="">
            <a:extLst xmlns:a="http://schemas.openxmlformats.org/drawingml/2006/main">
              <a:ext uri="{FF2B5EF4-FFF2-40B4-BE49-F238E27FC236}">
                <a16:creationId xmlns:a16="http://schemas.microsoft.com/office/drawing/2014/main" id="{6859B774-DCB6-4F4A-AB7B-4552389C2B0C}"/>
              </a:ext>
            </a:extLst>
          </p:cNvPr>
          <p:cNvGraphicFramePr/>
          <p:nvPr/>
        </p:nvGraphicFramePr>
        <p:xfrm>
          <a:off xmlns:a="http://schemas.openxmlformats.org/drawingml/2006/main" x="514350" y="2390775"/>
          <a:ext xmlns:a="http://schemas.openxmlformats.org/drawingml/2006/main" cx="8115300" cy="1828800"/>
        </p:xfrm>
        <a:graphic xmlns:a="http://schemas.openxmlformats.org/drawingml/2006/main">
          <a:graphicData uri="http://schemas.openxmlformats.org/drawingml/2006/table">
            <a:tbl>
              <a:tblPr/>
              <a:tblGrid>
                <a:gridCol w="4457700"/>
                <a:gridCol w="1828800"/>
                <a:gridCol w="1828800"/>
              </a:tblGrid>
              <a:tr h="304800">
                <a:tc>
                  <a:txBody>
                    <a:bodyPr lIns="76200" tIns="76200" rIns="76200" bIns="76200"/>
                    <a:lstStyle/>
                    <a:p>
                      <a:pPr algn="l"/>
                      <a:r>
                        <a:rPr sz="1050" b="1">
                          <a:solidFill>
                            <a:srgbClr val="F6EFE6"/>
                          </a:solidFill>
                          <a:latin typeface="TeX Gyre Adventor"/>
                          <a:ea typeface="TeX Gyre Adventor"/>
                          <a:cs typeface="TeX Gyre Adventor"/>
                        </a:rPr>
                        <a:t>Monthly service cost (₹)</a:t>
                      </a:r>
                    </a:p>
                  </a:txBody>
                  <a:tcPr marL="91440" marR="91440" marT="45720" marB="45720" anchor="ctr">
                    <a:lnL w="5715">
                      <a:solidFill>
                        <a:srgbClr val="50564A"/>
                      </a:solidFill>
                      <a:prstDash val="solid"/>
                    </a:lnL>
                    <a:lnR w="5715">
                      <a:solidFill>
                        <a:srgbClr val="50564A"/>
                      </a:solidFill>
                      <a:prstDash val="solid"/>
                    </a:lnR>
                    <a:lnT w="5715">
                      <a:solidFill>
                        <a:srgbClr val="50564A"/>
                      </a:solidFill>
                      <a:prstDash val="solid"/>
                    </a:lnT>
                    <a:lnB w="5715">
                      <a:solidFill>
                        <a:srgbClr val="50564A"/>
                      </a:solidFill>
                      <a:prstDash val="solid"/>
                    </a:lnB>
                    <a:solidFill>
                      <a:srgbClr val="353E31"/>
                    </a:solidFill>
                  </a:tcPr>
                </a:tc>
                <a:tc>
                  <a:txBody>
                    <a:bodyPr lIns="76200" tIns="76200" rIns="76200" bIns="76200"/>
                    <a:lstStyle/>
                    <a:p>
                      <a:pPr algn="r"/>
                      <a:r>
                        <a:rPr sz="1050" b="1">
                          <a:solidFill>
                            <a:srgbClr val="F6EFE6"/>
                          </a:solidFill>
                          <a:latin typeface="TeX Gyre Adventor"/>
                          <a:ea typeface="TeX Gyre Adventor"/>
                          <a:cs typeface="TeX Gyre Adventor"/>
                        </a:rPr>
                        <a:t>Typical use</a:t>
                      </a:r>
                    </a:p>
                  </a:txBody>
                  <a:tcPr marL="91440" marR="91440" marT="45720" marB="45720" anchor="ctr">
                    <a:lnR w="5715">
                      <a:solidFill>
                        <a:srgbClr val="50564A"/>
                      </a:solidFill>
                      <a:prstDash val="solid"/>
                    </a:lnR>
                    <a:lnT w="5715">
                      <a:solidFill>
                        <a:srgbClr val="50564A"/>
                      </a:solidFill>
                      <a:prstDash val="solid"/>
                    </a:lnT>
                    <a:lnB w="5715">
                      <a:solidFill>
                        <a:srgbClr val="50564A"/>
                      </a:solidFill>
                      <a:prstDash val="solid"/>
                    </a:lnB>
                    <a:solidFill>
                      <a:srgbClr val="353E31"/>
                    </a:solidFill>
                  </a:tcPr>
                </a:tc>
                <a:tc>
                  <a:txBody>
                    <a:bodyPr lIns="76200" tIns="76200" rIns="76200" bIns="76200"/>
                    <a:lstStyle/>
                    <a:p>
                      <a:pPr algn="r"/>
                      <a:r>
                        <a:rPr sz="1050" b="1">
                          <a:solidFill>
                            <a:srgbClr val="F6EFE6"/>
                          </a:solidFill>
                          <a:latin typeface="TeX Gyre Adventor"/>
                          <a:ea typeface="TeX Gyre Adventor"/>
                          <a:cs typeface="TeX Gyre Adventor"/>
                        </a:rPr>
                        <a:t>Full allowance</a:t>
                      </a:r>
                    </a:p>
                  </a:txBody>
                  <a:tcPr marL="91440" marR="91440" marT="45720" marB="45720" anchor="ctr">
                    <a:lnR w="5715">
                      <a:solidFill>
                        <a:srgbClr val="50564A"/>
                      </a:solidFill>
                      <a:prstDash val="solid"/>
                    </a:lnR>
                    <a:lnT w="5715">
                      <a:solidFill>
                        <a:srgbClr val="50564A"/>
                      </a:solidFill>
                      <a:prstDash val="solid"/>
                    </a:lnT>
                    <a:lnB w="5715">
                      <a:solidFill>
                        <a:srgbClr val="50564A"/>
                      </a:solidFill>
                      <a:prstDash val="solid"/>
                    </a:lnB>
                    <a:solidFill>
                      <a:srgbClr val="353E31"/>
                    </a:solidFill>
                  </a:tcPr>
                </a:tc>
              </a:tr>
              <a:tr h="304800">
                <a:tc>
                  <a:txBody>
                    <a:bodyPr lIns="76200" tIns="76200" rIns="76200" bIns="76200"/>
                    <a:lstStyle/>
                    <a:p>
                      <a:pPr algn="l"/>
                      <a:r>
                        <a:rPr sz="1050" b="0">
                          <a:solidFill>
                            <a:srgbClr val="F6EFE6"/>
                          </a:solidFill>
                          <a:latin typeface="TeX Gyre Adventor"/>
                          <a:ea typeface="TeX Gyre Adventor"/>
                          <a:cs typeface="TeX Gyre Adventor"/>
                        </a:rPr>
                        <a:t>Storage + delivery</a:t>
                      </a:r>
                    </a:p>
                  </a:txBody>
                  <a:tcPr marL="91440" marR="91440" marT="45720" marB="45720" anchor="ctr">
                    <a:lnL w="5715">
                      <a:solidFill>
                        <a:srgbClr val="50564A"/>
                      </a:solidFill>
                      <a:prstDash val="solid"/>
                    </a:lnL>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5.97</a:t>
                      </a:r>
                    </a:p>
                  </a:txBody>
                  <a:tcPr marL="91440" marR="91440" marT="45720" marB="45720" anchor="ctr">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17.69</a:t>
                      </a:r>
                    </a:p>
                  </a:txBody>
                  <a:tcPr marL="91440" marR="91440" marT="45720" marB="45720" anchor="ctr">
                    <a:lnR w="5715">
                      <a:solidFill>
                        <a:srgbClr val="50564A"/>
                      </a:solidFill>
                      <a:prstDash val="solid"/>
                    </a:lnR>
                    <a:lnB w="5715">
                      <a:solidFill>
                        <a:srgbClr val="50564A"/>
                      </a:solidFill>
                      <a:prstDash val="solid"/>
                    </a:lnB>
                    <a:solidFill>
                      <a:srgbClr val="21281F"/>
                    </a:solidFill>
                  </a:tcPr>
                </a:tc>
              </a:tr>
              <a:tr h="304800">
                <a:tc>
                  <a:txBody>
                    <a:bodyPr lIns="76200" tIns="76200" rIns="76200" bIns="76200"/>
                    <a:lstStyle/>
                    <a:p>
                      <a:pPr algn="l"/>
                      <a:r>
                        <a:rPr sz="1050" b="0">
                          <a:solidFill>
                            <a:srgbClr val="F6EFE6"/>
                          </a:solidFill>
                          <a:latin typeface="TeX Gyre Adventor"/>
                          <a:ea typeface="TeX Gyre Adventor"/>
                          <a:cs typeface="TeX Gyre Adventor"/>
                        </a:rPr>
                        <a:t>AI answers</a:t>
                      </a:r>
                    </a:p>
                  </a:txBody>
                  <a:tcPr marL="91440" marR="91440" marT="45720" marB="45720" anchor="ctr">
                    <a:lnL w="5715">
                      <a:solidFill>
                        <a:srgbClr val="50564A"/>
                      </a:solidFill>
                      <a:prstDash val="solid"/>
                    </a:lnL>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6.00</a:t>
                      </a:r>
                    </a:p>
                  </a:txBody>
                  <a:tcPr marL="91440" marR="91440" marT="45720" marB="45720" anchor="ctr">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15.00</a:t>
                      </a:r>
                    </a:p>
                  </a:txBody>
                  <a:tcPr marL="91440" marR="91440" marT="45720" marB="45720" anchor="ctr">
                    <a:lnR w="5715">
                      <a:solidFill>
                        <a:srgbClr val="50564A"/>
                      </a:solidFill>
                      <a:prstDash val="solid"/>
                    </a:lnR>
                    <a:lnB w="5715">
                      <a:solidFill>
                        <a:srgbClr val="50564A"/>
                      </a:solidFill>
                      <a:prstDash val="solid"/>
                    </a:lnB>
                    <a:solidFill>
                      <a:srgbClr val="21281F"/>
                    </a:solidFill>
                  </a:tcPr>
                </a:tc>
              </a:tr>
              <a:tr h="304800">
                <a:tc>
                  <a:txBody>
                    <a:bodyPr lIns="76200" tIns="76200" rIns="76200" bIns="76200"/>
                    <a:lstStyle/>
                    <a:p>
                      <a:pPr algn="l"/>
                      <a:r>
                        <a:rPr sz="1050" b="0">
                          <a:solidFill>
                            <a:srgbClr val="F6EFE6"/>
                          </a:solidFill>
                          <a:latin typeface="TeX Gyre Adventor"/>
                          <a:ea typeface="TeX Gyre Adventor"/>
                          <a:cs typeface="TeX Gyre Adventor"/>
                        </a:rPr>
                        <a:t>TinyFish research</a:t>
                      </a:r>
                    </a:p>
                  </a:txBody>
                  <a:tcPr marL="91440" marR="91440" marT="45720" marB="45720" anchor="ctr">
                    <a:lnL w="5715">
                      <a:solidFill>
                        <a:srgbClr val="50564A"/>
                      </a:solidFill>
                      <a:prstDash val="solid"/>
                    </a:lnL>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8.64</a:t>
                      </a:r>
                    </a:p>
                  </a:txBody>
                  <a:tcPr marL="91440" marR="91440" marT="45720" marB="45720" anchor="ctr">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17.28</a:t>
                      </a:r>
                    </a:p>
                  </a:txBody>
                  <a:tcPr marL="91440" marR="91440" marT="45720" marB="45720" anchor="ctr">
                    <a:lnR w="5715">
                      <a:solidFill>
                        <a:srgbClr val="50564A"/>
                      </a:solidFill>
                      <a:prstDash val="solid"/>
                    </a:lnR>
                    <a:lnB w="5715">
                      <a:solidFill>
                        <a:srgbClr val="50564A"/>
                      </a:solidFill>
                      <a:prstDash val="solid"/>
                    </a:lnB>
                    <a:solidFill>
                      <a:srgbClr val="21281F"/>
                    </a:solidFill>
                  </a:tcPr>
                </a:tc>
              </a:tr>
              <a:tr h="304800">
                <a:tc>
                  <a:txBody>
                    <a:bodyPr lIns="76200" tIns="76200" rIns="76200" bIns="76200"/>
                    <a:lstStyle/>
                    <a:p>
                      <a:pPr algn="l"/>
                      <a:r>
                        <a:rPr sz="1050" b="0">
                          <a:solidFill>
                            <a:srgbClr val="F6EFE6"/>
                          </a:solidFill>
                          <a:latin typeface="TeX Gyre Adventor"/>
                          <a:ea typeface="TeX Gyre Adventor"/>
                          <a:cs typeface="TeX Gyre Adventor"/>
                        </a:rPr>
                        <a:t>Processing + support</a:t>
                      </a:r>
                    </a:p>
                  </a:txBody>
                  <a:tcPr marL="91440" marR="91440" marT="45720" marB="45720" anchor="ctr">
                    <a:lnL w="5715">
                      <a:solidFill>
                        <a:srgbClr val="50564A"/>
                      </a:solidFill>
                      <a:prstDash val="solid"/>
                    </a:lnL>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6.00</a:t>
                      </a:r>
                    </a:p>
                  </a:txBody>
                  <a:tcPr marL="91440" marR="91440" marT="45720" marB="45720" anchor="ctr">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7.00</a:t>
                      </a:r>
                    </a:p>
                  </a:txBody>
                  <a:tcPr marL="91440" marR="91440" marT="45720" marB="45720" anchor="ctr">
                    <a:lnR w="5715">
                      <a:solidFill>
                        <a:srgbClr val="50564A"/>
                      </a:solidFill>
                      <a:prstDash val="solid"/>
                    </a:lnR>
                    <a:lnB w="5715">
                      <a:solidFill>
                        <a:srgbClr val="50564A"/>
                      </a:solidFill>
                      <a:prstDash val="solid"/>
                    </a:lnB>
                    <a:solidFill>
                      <a:srgbClr val="21281F"/>
                    </a:solidFill>
                  </a:tcPr>
                </a:tc>
              </a:tr>
              <a:tr h="304800">
                <a:tc>
                  <a:txBody>
                    <a:bodyPr lIns="76200" tIns="76200" rIns="76200" bIns="76200"/>
                    <a:lstStyle/>
                    <a:p>
                      <a:pPr algn="l"/>
                      <a:r>
                        <a:rPr sz="1050" b="0">
                          <a:solidFill>
                            <a:srgbClr val="F6EFE6"/>
                          </a:solidFill>
                          <a:latin typeface="TeX Gyre Adventor"/>
                          <a:ea typeface="TeX Gyre Adventor"/>
                          <a:cs typeface="TeX Gyre Adventor"/>
                        </a:rPr>
                        <a:t>Total variable cost</a:t>
                      </a:r>
                    </a:p>
                  </a:txBody>
                  <a:tcPr marL="91440" marR="91440" marT="45720" marB="45720" anchor="ctr">
                    <a:lnL w="5715">
                      <a:solidFill>
                        <a:srgbClr val="50564A"/>
                      </a:solidFill>
                      <a:prstDash val="solid"/>
                    </a:lnL>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26.61</a:t>
                      </a:r>
                    </a:p>
                  </a:txBody>
                  <a:tcPr marL="91440" marR="91440" marT="45720" marB="45720" anchor="ctr">
                    <a:lnR w="5715">
                      <a:solidFill>
                        <a:srgbClr val="50564A"/>
                      </a:solidFill>
                      <a:prstDash val="solid"/>
                    </a:lnR>
                    <a:lnB w="5715">
                      <a:solidFill>
                        <a:srgbClr val="50564A"/>
                      </a:solidFill>
                      <a:prstDash val="solid"/>
                    </a:lnB>
                    <a:solidFill>
                      <a:srgbClr val="21281F"/>
                    </a:solidFill>
                  </a:tcPr>
                </a:tc>
                <a:tc>
                  <a:txBody>
                    <a:bodyPr lIns="76200" tIns="76200" rIns="76200" bIns="76200"/>
                    <a:lstStyle/>
                    <a:p>
                      <a:pPr algn="r"/>
                      <a:r>
                        <a:rPr sz="1050" b="0">
                          <a:solidFill>
                            <a:srgbClr val="F6EFE6"/>
                          </a:solidFill>
                          <a:latin typeface="TeX Gyre Adventor"/>
                          <a:ea typeface="TeX Gyre Adventor"/>
                          <a:cs typeface="TeX Gyre Adventor"/>
                        </a:rPr>
                        <a:t>56.97</a:t>
                      </a:r>
                    </a:p>
                  </a:txBody>
                  <a:tcPr marL="91440" marR="91440" marT="45720" marB="45720" anchor="ctr">
                    <a:lnR w="5715">
                      <a:solidFill>
                        <a:srgbClr val="50564A"/>
                      </a:solidFill>
                      <a:prstDash val="solid"/>
                    </a:lnR>
                    <a:lnB w="5715">
                      <a:solidFill>
                        <a:srgbClr val="50564A"/>
                      </a:solidFill>
                      <a:prstDash val="solid"/>
                    </a:lnB>
                    <a:solidFill>
                      <a:srgbClr val="21281F"/>
                    </a:solidFill>
                  </a:tcPr>
                </a:tc>
              </a:tr>
            </a:tbl>
          </a:graphicData>
        </a:graphic>
      </p:graphicFrame>
      <p:sp>
        <p:nvSpPr>
          <p:cNvPr id="9" name="element-91">
            <a:extLst xmlns:a="http://schemas.openxmlformats.org/drawingml/2006/main">
              <a:ext uri="{FF2B5EF4-FFF2-40B4-BE49-F238E27FC236}">
                <a16:creationId xmlns:a16="http://schemas.microsoft.com/office/drawing/2014/main" id="{70F988E9-550E-4EAB-9D64-8351FF5F4672}"/>
              </a:ext>
            </a:extLst>
          </p:cNvPr>
          <p:cNvSpPr>
            <a:spLocks xmlns:a="http://schemas.openxmlformats.org/drawingml/2006/main" noGrp="1"/>
          </p:cNvSpPr>
          <p:nvPr/>
        </p:nvSpPr>
        <p:spPr>
          <a:xfrm xmlns:a="http://schemas.openxmlformats.org/drawingml/2006/main">
            <a:off x="514350" y="43529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i="0">
                <a:solidFill>
                  <a:srgbClr val="D3D4C8"/>
                </a:solidFill>
                <a:latin typeface="TeX Gyre Adventor"/>
                <a:ea typeface="TeX Gyre Adventor"/>
                <a:cs typeface="TeX Gyre Adventor"/>
              </a:defRPr>
            </a:defPPr>
            <a:lvl1pPr algn="l">
              <a:defRPr sz="975" b="0" i="0">
                <a:solidFill>
                  <a:srgbClr val="D3D4C8"/>
                </a:solidFill>
                <a:latin typeface="TeX Gyre Adventor"/>
                <a:ea typeface="TeX Gyre Adventor"/>
                <a:cs typeface="TeX Gyre Adventor"/>
              </a:defRPr>
            </a:lvl1pPr>
            <a:lvl2pPr algn="l">
              <a:defRPr sz="975" b="0" i="0">
                <a:solidFill>
                  <a:srgbClr val="D3D4C8"/>
                </a:solidFill>
                <a:latin typeface="TeX Gyre Adventor"/>
                <a:ea typeface="TeX Gyre Adventor"/>
                <a:cs typeface="TeX Gyre Adventor"/>
              </a:defRPr>
            </a:lvl2pPr>
            <a:lvl3pPr algn="l">
              <a:defRPr sz="975" b="0" i="0">
                <a:solidFill>
                  <a:srgbClr val="D3D4C8"/>
                </a:solidFill>
                <a:latin typeface="TeX Gyre Adventor"/>
                <a:ea typeface="TeX Gyre Adventor"/>
                <a:cs typeface="TeX Gyre Adventor"/>
              </a:defRPr>
            </a:lvl3pPr>
            <a:lvl4pPr algn="l">
              <a:defRPr sz="975" b="0" i="0">
                <a:solidFill>
                  <a:srgbClr val="D3D4C8"/>
                </a:solidFill>
                <a:latin typeface="TeX Gyre Adventor"/>
                <a:ea typeface="TeX Gyre Adventor"/>
                <a:cs typeface="TeX Gyre Adventor"/>
              </a:defRPr>
            </a:lvl4pPr>
            <a:lvl5pPr algn="l">
              <a:defRPr sz="975" b="0" i="0">
                <a:solidFill>
                  <a:srgbClr val="D3D4C8"/>
                </a:solidFill>
                <a:latin typeface="TeX Gyre Adventor"/>
                <a:ea typeface="TeX Gyre Adventor"/>
                <a:cs typeface="TeX Gyre Adventor"/>
              </a:defRPr>
            </a:lvl5pPr>
            <a:lvl6pPr algn="l">
              <a:defRPr sz="975" b="0" i="0">
                <a:solidFill>
                  <a:srgbClr val="D3D4C8"/>
                </a:solidFill>
                <a:latin typeface="TeX Gyre Adventor"/>
                <a:ea typeface="TeX Gyre Adventor"/>
                <a:cs typeface="TeX Gyre Adventor"/>
              </a:defRPr>
            </a:lvl6pPr>
            <a:lvl7pPr algn="l">
              <a:defRPr sz="975" b="0" i="0">
                <a:solidFill>
                  <a:srgbClr val="D3D4C8"/>
                </a:solidFill>
                <a:latin typeface="TeX Gyre Adventor"/>
                <a:ea typeface="TeX Gyre Adventor"/>
                <a:cs typeface="TeX Gyre Adventor"/>
              </a:defRPr>
            </a:lvl7pPr>
            <a:lvl8pPr algn="l">
              <a:defRPr sz="975" b="0" i="0">
                <a:solidFill>
                  <a:srgbClr val="D3D4C8"/>
                </a:solidFill>
                <a:latin typeface="TeX Gyre Adventor"/>
                <a:ea typeface="TeX Gyre Adventor"/>
                <a:cs typeface="TeX Gyre Adventor"/>
              </a:defRPr>
            </a:lvl8pPr>
            <a:lvl9pPr algn="l">
              <a:defRPr sz="975" b="0" i="0">
                <a:solidFill>
                  <a:srgbClr val="D3D4C8"/>
                </a:solidFill>
                <a:latin typeface="TeX Gyre Adventor"/>
                <a:ea typeface="TeX Gyre Adventor"/>
                <a:cs typeface="TeX Gyre Adventor"/>
              </a:defRPr>
            </a:lvl9pPr>
          </a:lstStyle>
          <a:p xmlns:a="http://schemas.openxmlformats.org/drawingml/2006/main">
            <a:pPr algn="l">
              <a:defRPr sz="975" b="0" i="0">
                <a:solidFill>
                  <a:srgbClr val="D3D4C8"/>
                </a:solidFill>
                <a:latin typeface="TeX Gyre Adventor"/>
                <a:ea typeface="TeX Gyre Adventor"/>
                <a:cs typeface="TeX Gyre Adventor"/>
              </a:defRPr>
            </a:pPr>
            <a:r>
              <a:rPr sz="975" b="0" i="0">
                <a:solidFill>
                  <a:srgbClr val="D3D4C8"/>
                </a:solidFill>
                <a:latin typeface="TeX Gyre Adventor"/>
                <a:ea typeface="TeX Gyre Adventor"/>
                <a:cs typeface="TeX Gyre Adventor"/>
              </a:rPr>
              <a:t>Typical: 1 GB stored, 20 AI answers, one 6-step research run. Step price $0.016. Planning FX ₹90/USD.</a:t>
            </a:r>
          </a:p>
        </p:txBody>
      </p:sp>
      <p:sp>
        <p:nvSpPr>
          <p:cNvPr id="10" name="element-92">
            <a:extLst xmlns:a="http://schemas.openxmlformats.org/drawingml/2006/main">
              <a:ext uri="{FF2B5EF4-FFF2-40B4-BE49-F238E27FC236}">
                <a16:creationId xmlns:a16="http://schemas.microsoft.com/office/drawing/2014/main" id="{8C512943-264B-461E-8DD1-C380434D8847}"/>
              </a:ext>
            </a:extLst>
          </p:cNvPr>
          <p:cNvSpPr>
            <a:spLocks xmlns:a="http://schemas.openxmlformats.org/drawingml/2006/main" noGrp="1"/>
          </p:cNvSpPr>
          <p:nvPr/>
        </p:nvSpPr>
        <p:spPr>
          <a:xfrm xmlns:a="http://schemas.openxmlformats.org/drawingml/2006/main">
            <a:off x="514350" y="4686300"/>
            <a:ext cx="752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i="0">
                <a:solidFill>
                  <a:srgbClr val="D3D4C8"/>
                </a:solidFill>
                <a:latin typeface="TeX Gyre Adventor"/>
                <a:ea typeface="TeX Gyre Adventor"/>
                <a:cs typeface="TeX Gyre Adventor"/>
              </a:defRPr>
            </a:defPPr>
            <a:lvl1pPr algn="l">
              <a:defRPr sz="900" b="0" i="0">
                <a:solidFill>
                  <a:srgbClr val="D3D4C8"/>
                </a:solidFill>
                <a:latin typeface="TeX Gyre Adventor"/>
                <a:ea typeface="TeX Gyre Adventor"/>
                <a:cs typeface="TeX Gyre Adventor"/>
              </a:defRPr>
            </a:lvl1pPr>
            <a:lvl2pPr algn="l">
              <a:defRPr sz="900" b="0" i="0">
                <a:solidFill>
                  <a:srgbClr val="D3D4C8"/>
                </a:solidFill>
                <a:latin typeface="TeX Gyre Adventor"/>
                <a:ea typeface="TeX Gyre Adventor"/>
                <a:cs typeface="TeX Gyre Adventor"/>
              </a:defRPr>
            </a:lvl2pPr>
            <a:lvl3pPr algn="l">
              <a:defRPr sz="900" b="0" i="0">
                <a:solidFill>
                  <a:srgbClr val="D3D4C8"/>
                </a:solidFill>
                <a:latin typeface="TeX Gyre Adventor"/>
                <a:ea typeface="TeX Gyre Adventor"/>
                <a:cs typeface="TeX Gyre Adventor"/>
              </a:defRPr>
            </a:lvl3pPr>
            <a:lvl4pPr algn="l">
              <a:defRPr sz="900" b="0" i="0">
                <a:solidFill>
                  <a:srgbClr val="D3D4C8"/>
                </a:solidFill>
                <a:latin typeface="TeX Gyre Adventor"/>
                <a:ea typeface="TeX Gyre Adventor"/>
                <a:cs typeface="TeX Gyre Adventor"/>
              </a:defRPr>
            </a:lvl4pPr>
            <a:lvl5pPr algn="l">
              <a:defRPr sz="900" b="0" i="0">
                <a:solidFill>
                  <a:srgbClr val="D3D4C8"/>
                </a:solidFill>
                <a:latin typeface="TeX Gyre Adventor"/>
                <a:ea typeface="TeX Gyre Adventor"/>
                <a:cs typeface="TeX Gyre Adventor"/>
              </a:defRPr>
            </a:lvl5pPr>
            <a:lvl6pPr algn="l">
              <a:defRPr sz="900" b="0" i="0">
                <a:solidFill>
                  <a:srgbClr val="D3D4C8"/>
                </a:solidFill>
                <a:latin typeface="TeX Gyre Adventor"/>
                <a:ea typeface="TeX Gyre Adventor"/>
                <a:cs typeface="TeX Gyre Adventor"/>
              </a:defRPr>
            </a:lvl6pPr>
            <a:lvl7pPr algn="l">
              <a:defRPr sz="900" b="0" i="0">
                <a:solidFill>
                  <a:srgbClr val="D3D4C8"/>
                </a:solidFill>
                <a:latin typeface="TeX Gyre Adventor"/>
                <a:ea typeface="TeX Gyre Adventor"/>
                <a:cs typeface="TeX Gyre Adventor"/>
              </a:defRPr>
            </a:lvl7pPr>
            <a:lvl8pPr algn="l">
              <a:defRPr sz="900" b="0" i="0">
                <a:solidFill>
                  <a:srgbClr val="D3D4C8"/>
                </a:solidFill>
                <a:latin typeface="TeX Gyre Adventor"/>
                <a:ea typeface="TeX Gyre Adventor"/>
                <a:cs typeface="TeX Gyre Adventor"/>
              </a:defRPr>
            </a:lvl8pPr>
            <a:lvl9pPr algn="l">
              <a:defRPr sz="900" b="0" i="0">
                <a:solidFill>
                  <a:srgbClr val="D3D4C8"/>
                </a:solidFill>
                <a:latin typeface="TeX Gyre Adventor"/>
                <a:ea typeface="TeX Gyre Adventor"/>
                <a:cs typeface="TeX Gyre Adventor"/>
              </a:defRPr>
            </a:lvl9pPr>
          </a:lstStyle>
          <a:p xmlns:a="http://schemas.openxmlformats.org/drawingml/2006/main">
            <a:pPr algn="l">
              <a:defRPr sz="900" b="0" i="0">
                <a:solidFill>
                  <a:srgbClr val="D3D4C8"/>
                </a:solidFill>
                <a:latin typeface="TeX Gyre Adventor"/>
                <a:ea typeface="TeX Gyre Adventor"/>
                <a:cs typeface="TeX Gyre Adventor"/>
              </a:defRPr>
            </a:pPr>
            <a:r>
              <a:rPr sz="900" b="0" i="0">
                <a:solidFill>
                  <a:srgbClr val="D3D4C8"/>
                </a:solidFill>
                <a:latin typeface="TeX Gyre Adventor"/>
                <a:ea typeface="TeX Gyre Adventor"/>
                <a:cs typeface="TeX Gyre Adventor"/>
              </a:rPr>
              <a:t>Net receipts ≈₹123 after illustrative tax/fees. Free accounts and fixed costs still need funding. Model and sources accompany the deck.</a:t>
            </a:r>
          </a:p>
        </p:txBody>
      </p:sp>
      <p:sp>
        <p:nvSpPr>
          <p:cNvPr id="11" name="element-93">
            <a:extLst xmlns:a="http://schemas.openxmlformats.org/drawingml/2006/main">
              <a:ext uri="{FF2B5EF4-FFF2-40B4-BE49-F238E27FC236}">
                <a16:creationId xmlns:a16="http://schemas.microsoft.com/office/drawing/2014/main" id="{2259793B-F4D2-4EE6-87E8-FE9E5468F7A0}"/>
              </a:ext>
            </a:extLst>
          </p:cNvPr>
          <p:cNvSpPr>
            <a:spLocks xmlns:a="http://schemas.openxmlformats.org/drawingml/2006/main" noGrp="1"/>
          </p:cNvSpPr>
          <p:nvPr/>
        </p:nvSpPr>
        <p:spPr>
          <a:xfrm xmlns:a="http://schemas.openxmlformats.org/drawingml/2006/main">
            <a:off x="8286750" y="4857750"/>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25" b="0" i="0">
                <a:solidFill>
                  <a:srgbClr val="C5C6BB"/>
                </a:solidFill>
                <a:latin typeface="TeX Gyre Adventor"/>
                <a:ea typeface="TeX Gyre Adventor"/>
                <a:cs typeface="TeX Gyre Adventor"/>
              </a:defRPr>
            </a:defPPr>
            <a:lvl1pPr algn="r">
              <a:defRPr sz="825" b="0" i="0">
                <a:solidFill>
                  <a:srgbClr val="C5C6BB"/>
                </a:solidFill>
                <a:latin typeface="TeX Gyre Adventor"/>
                <a:ea typeface="TeX Gyre Adventor"/>
                <a:cs typeface="TeX Gyre Adventor"/>
              </a:defRPr>
            </a:lvl1pPr>
            <a:lvl2pPr algn="r">
              <a:defRPr sz="825" b="0" i="0">
                <a:solidFill>
                  <a:srgbClr val="C5C6BB"/>
                </a:solidFill>
                <a:latin typeface="TeX Gyre Adventor"/>
                <a:ea typeface="TeX Gyre Adventor"/>
                <a:cs typeface="TeX Gyre Adventor"/>
              </a:defRPr>
            </a:lvl2pPr>
            <a:lvl3pPr algn="r">
              <a:defRPr sz="825" b="0" i="0">
                <a:solidFill>
                  <a:srgbClr val="C5C6BB"/>
                </a:solidFill>
                <a:latin typeface="TeX Gyre Adventor"/>
                <a:ea typeface="TeX Gyre Adventor"/>
                <a:cs typeface="TeX Gyre Adventor"/>
              </a:defRPr>
            </a:lvl3pPr>
            <a:lvl4pPr algn="r">
              <a:defRPr sz="825" b="0" i="0">
                <a:solidFill>
                  <a:srgbClr val="C5C6BB"/>
                </a:solidFill>
                <a:latin typeface="TeX Gyre Adventor"/>
                <a:ea typeface="TeX Gyre Adventor"/>
                <a:cs typeface="TeX Gyre Adventor"/>
              </a:defRPr>
            </a:lvl4pPr>
            <a:lvl5pPr algn="r">
              <a:defRPr sz="825" b="0" i="0">
                <a:solidFill>
                  <a:srgbClr val="C5C6BB"/>
                </a:solidFill>
                <a:latin typeface="TeX Gyre Adventor"/>
                <a:ea typeface="TeX Gyre Adventor"/>
                <a:cs typeface="TeX Gyre Adventor"/>
              </a:defRPr>
            </a:lvl5pPr>
            <a:lvl6pPr algn="r">
              <a:defRPr sz="825" b="0" i="0">
                <a:solidFill>
                  <a:srgbClr val="C5C6BB"/>
                </a:solidFill>
                <a:latin typeface="TeX Gyre Adventor"/>
                <a:ea typeface="TeX Gyre Adventor"/>
                <a:cs typeface="TeX Gyre Adventor"/>
              </a:defRPr>
            </a:lvl6pPr>
            <a:lvl7pPr algn="r">
              <a:defRPr sz="825" b="0" i="0">
                <a:solidFill>
                  <a:srgbClr val="C5C6BB"/>
                </a:solidFill>
                <a:latin typeface="TeX Gyre Adventor"/>
                <a:ea typeface="TeX Gyre Adventor"/>
                <a:cs typeface="TeX Gyre Adventor"/>
              </a:defRPr>
            </a:lvl7pPr>
            <a:lvl8pPr algn="r">
              <a:defRPr sz="825" b="0" i="0">
                <a:solidFill>
                  <a:srgbClr val="C5C6BB"/>
                </a:solidFill>
                <a:latin typeface="TeX Gyre Adventor"/>
                <a:ea typeface="TeX Gyre Adventor"/>
                <a:cs typeface="TeX Gyre Adventor"/>
              </a:defRPr>
            </a:lvl8pPr>
            <a:lvl9pPr algn="r">
              <a:defRPr sz="825" b="0" i="0">
                <a:solidFill>
                  <a:srgbClr val="C5C6BB"/>
                </a:solidFill>
                <a:latin typeface="TeX Gyre Adventor"/>
                <a:ea typeface="TeX Gyre Adventor"/>
                <a:cs typeface="TeX Gyre Adventor"/>
              </a:defRPr>
            </a:lvl9pPr>
          </a:lstStyle>
          <a:p xmlns:a="http://schemas.openxmlformats.org/drawingml/2006/main">
            <a:pPr algn="r">
              <a:defRPr sz="825" b="0" i="0">
                <a:solidFill>
                  <a:srgbClr val="C5C6BB"/>
                </a:solidFill>
                <a:latin typeface="TeX Gyre Adventor"/>
                <a:ea typeface="TeX Gyre Adventor"/>
                <a:cs typeface="TeX Gyre Adventor"/>
              </a:defRPr>
            </a:pPr>
            <a:r>
              <a:rPr sz="825" b="0" i="0">
                <a:solidFill>
                  <a:srgbClr val="C5C6BB"/>
                </a:solidFill>
                <a:latin typeface="TeX Gyre Adventor"/>
                <a:ea typeface="TeX Gyre Adventor"/>
                <a:cs typeface="TeX Gyre Adventor"/>
              </a:rPr>
              <a:t>6 / 8</a:t>
            </a:r>
          </a:p>
        </p:txBody>
      </p:sp>
    </p:spTree>
    <p:extLst>
      <p:ext uri="{BB962C8B-B14F-4D97-AF65-F5344CB8AC3E}">
        <p14:creationId xmlns:p14="http://schemas.microsoft.com/office/powerpoint/2010/main" val="2064169809"/>
      </p:ext>
    </p:extLst>
  </p:cSld>
</p:sld>
</file>

<file path=ppt/slides/slide7.xml><?xml version="1.0" encoding="utf-8"?>
<p:sld xmlns:p="http://schemas.openxmlformats.org/presentationml/2006/main">
  <p:cSld>
    <p:bg>
      <p:bgPr>
        <a:solidFill xmlns:a="http://schemas.openxmlformats.org/drawingml/2006/main">
          <a:srgbClr val="F6EFE6"/>
        </a:solidFill>
      </p:bgPr>
    </p:bg>
    <p:spTree>
      <p:nvGrpSpPr>
        <p:cNvPr id="1" name=""/>
        <p:cNvGrpSpPr/>
        <p:nvPr/>
      </p:nvGrpSpPr>
      <p:grpSpPr>
        <a:xfrm xmlns:a="http://schemas.openxmlformats.org/drawingml/2006/main"/>
      </p:grpSpPr>
      <p:sp>
        <p:nvSpPr>
          <p:cNvPr id="14" name="element-94">
            <a:extLst xmlns:a="http://schemas.openxmlformats.org/drawingml/2006/main">
              <a:ext uri="{FF2B5EF4-FFF2-40B4-BE49-F238E27FC236}">
                <a16:creationId xmlns:a16="http://schemas.microsoft.com/office/drawing/2014/main" id="{3765C6C7-102B-472F-874D-4A90374DA017}"/>
              </a:ext>
            </a:extLst>
          </p:cNvPr>
          <p:cNvSpPr>
            <a:spLocks xmlns:a="http://schemas.openxmlformats.org/drawingml/2006/main" noGrp="1"/>
          </p:cNvSpPr>
          <p:nvPr/>
        </p:nvSpPr>
        <p:spPr>
          <a:xfrm xmlns:a="http://schemas.openxmlformats.org/drawingml/2006/main">
            <a:off x="514350" y="22860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21281F"/>
                </a:solidFill>
                <a:latin typeface="TeX Gyre Schola"/>
                <a:ea typeface="TeX Gyre Schola"/>
                <a:cs typeface="TeX Gyre Schola"/>
              </a:defRPr>
            </a:defPPr>
            <a:lvl1pPr algn="l">
              <a:defRPr sz="2550" b="1" i="0">
                <a:solidFill>
                  <a:srgbClr val="21281F"/>
                </a:solidFill>
                <a:latin typeface="TeX Gyre Schola"/>
                <a:ea typeface="TeX Gyre Schola"/>
                <a:cs typeface="TeX Gyre Schola"/>
              </a:defRPr>
            </a:lvl1pPr>
            <a:lvl2pPr algn="l">
              <a:defRPr sz="2550" b="1" i="0">
                <a:solidFill>
                  <a:srgbClr val="21281F"/>
                </a:solidFill>
                <a:latin typeface="TeX Gyre Schola"/>
                <a:ea typeface="TeX Gyre Schola"/>
                <a:cs typeface="TeX Gyre Schola"/>
              </a:defRPr>
            </a:lvl2pPr>
            <a:lvl3pPr algn="l">
              <a:defRPr sz="2550" b="1" i="0">
                <a:solidFill>
                  <a:srgbClr val="21281F"/>
                </a:solidFill>
                <a:latin typeface="TeX Gyre Schola"/>
                <a:ea typeface="TeX Gyre Schola"/>
                <a:cs typeface="TeX Gyre Schola"/>
              </a:defRPr>
            </a:lvl3pPr>
            <a:lvl4pPr algn="l">
              <a:defRPr sz="2550" b="1" i="0">
                <a:solidFill>
                  <a:srgbClr val="21281F"/>
                </a:solidFill>
                <a:latin typeface="TeX Gyre Schola"/>
                <a:ea typeface="TeX Gyre Schola"/>
                <a:cs typeface="TeX Gyre Schola"/>
              </a:defRPr>
            </a:lvl4pPr>
            <a:lvl5pPr algn="l">
              <a:defRPr sz="2550" b="1" i="0">
                <a:solidFill>
                  <a:srgbClr val="21281F"/>
                </a:solidFill>
                <a:latin typeface="TeX Gyre Schola"/>
                <a:ea typeface="TeX Gyre Schola"/>
                <a:cs typeface="TeX Gyre Schola"/>
              </a:defRPr>
            </a:lvl5pPr>
            <a:lvl6pPr algn="l">
              <a:defRPr sz="2550" b="1" i="0">
                <a:solidFill>
                  <a:srgbClr val="21281F"/>
                </a:solidFill>
                <a:latin typeface="TeX Gyre Schola"/>
                <a:ea typeface="TeX Gyre Schola"/>
                <a:cs typeface="TeX Gyre Schola"/>
              </a:defRPr>
            </a:lvl6pPr>
            <a:lvl7pPr algn="l">
              <a:defRPr sz="2550" b="1" i="0">
                <a:solidFill>
                  <a:srgbClr val="21281F"/>
                </a:solidFill>
                <a:latin typeface="TeX Gyre Schola"/>
                <a:ea typeface="TeX Gyre Schola"/>
                <a:cs typeface="TeX Gyre Schola"/>
              </a:defRPr>
            </a:lvl7pPr>
            <a:lvl8pPr algn="l">
              <a:defRPr sz="2550" b="1" i="0">
                <a:solidFill>
                  <a:srgbClr val="21281F"/>
                </a:solidFill>
                <a:latin typeface="TeX Gyre Schola"/>
                <a:ea typeface="TeX Gyre Schola"/>
                <a:cs typeface="TeX Gyre Schola"/>
              </a:defRPr>
            </a:lvl8pPr>
            <a:lvl9pPr algn="l">
              <a:defRPr sz="2550" b="1" i="0">
                <a:solidFill>
                  <a:srgbClr val="21281F"/>
                </a:solidFill>
                <a:latin typeface="TeX Gyre Schola"/>
                <a:ea typeface="TeX Gyre Schola"/>
                <a:cs typeface="TeX Gyre Schola"/>
              </a:defRPr>
            </a:lvl9pPr>
          </a:lstStyle>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How we reach people, keep them, and earn</a:t>
            </a:r>
          </a:p>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from it</a:t>
            </a:r>
          </a:p>
        </p:txBody>
      </p:sp>
      <p:sp>
        <p:nvSpPr>
          <p:cNvPr id="2" name="element-95">
            <a:extLst xmlns:a="http://schemas.openxmlformats.org/drawingml/2006/main">
              <a:ext uri="{FF2B5EF4-FFF2-40B4-BE49-F238E27FC236}">
                <a16:creationId xmlns:a16="http://schemas.microsoft.com/office/drawing/2014/main" id="{480B9A37-552E-4E97-949F-F8D1345B1C16}"/>
              </a:ext>
            </a:extLst>
          </p:cNvPr>
          <p:cNvSpPr>
            <a:spLocks xmlns:a="http://schemas.openxmlformats.org/drawingml/2006/main" noGrp="1"/>
          </p:cNvSpPr>
          <p:nvPr/>
        </p:nvSpPr>
        <p:spPr>
          <a:xfrm xmlns:a="http://schemas.openxmlformats.org/drawingml/2006/main">
            <a:off x="514350" y="1343025"/>
            <a:ext cx="3905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REACH</a:t>
            </a:r>
          </a:p>
        </p:txBody>
      </p:sp>
      <p:sp>
        <p:nvSpPr>
          <p:cNvPr id="3" name="element-96">
            <a:extLst xmlns:a="http://schemas.openxmlformats.org/drawingml/2006/main">
              <a:ext uri="{FF2B5EF4-FFF2-40B4-BE49-F238E27FC236}">
                <a16:creationId xmlns:a16="http://schemas.microsoft.com/office/drawing/2014/main" id="{760F577C-5B6E-4083-931F-9479F919FB8E}"/>
              </a:ext>
            </a:extLst>
          </p:cNvPr>
          <p:cNvSpPr>
            <a:spLocks xmlns:a="http://schemas.openxmlformats.org/drawingml/2006/main" noGrp="1"/>
          </p:cNvSpPr>
          <p:nvPr/>
        </p:nvSpPr>
        <p:spPr>
          <a:xfrm xmlns:a="http://schemas.openxmlformats.org/drawingml/2006/main">
            <a:off x="514350" y="1600200"/>
            <a:ext cx="3857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Adventor"/>
                <a:ea typeface="TeX Gyre Adventor"/>
                <a:cs typeface="TeX Gyre Adventor"/>
              </a:defRPr>
            </a:defPPr>
            <a:lvl1pPr algn="l">
              <a:defRPr sz="1350" b="0" i="0">
                <a:solidFill>
                  <a:srgbClr val="21281F"/>
                </a:solidFill>
                <a:latin typeface="TeX Gyre Adventor"/>
                <a:ea typeface="TeX Gyre Adventor"/>
                <a:cs typeface="TeX Gyre Adventor"/>
              </a:defRPr>
            </a:lvl1pPr>
            <a:lvl2pPr algn="l">
              <a:defRPr sz="1350" b="0" i="0">
                <a:solidFill>
                  <a:srgbClr val="21281F"/>
                </a:solidFill>
                <a:latin typeface="TeX Gyre Adventor"/>
                <a:ea typeface="TeX Gyre Adventor"/>
                <a:cs typeface="TeX Gyre Adventor"/>
              </a:defRPr>
            </a:lvl2pPr>
            <a:lvl3pPr algn="l">
              <a:defRPr sz="1350" b="0" i="0">
                <a:solidFill>
                  <a:srgbClr val="21281F"/>
                </a:solidFill>
                <a:latin typeface="TeX Gyre Adventor"/>
                <a:ea typeface="TeX Gyre Adventor"/>
                <a:cs typeface="TeX Gyre Adventor"/>
              </a:defRPr>
            </a:lvl3pPr>
            <a:lvl4pPr algn="l">
              <a:defRPr sz="1350" b="0" i="0">
                <a:solidFill>
                  <a:srgbClr val="21281F"/>
                </a:solidFill>
                <a:latin typeface="TeX Gyre Adventor"/>
                <a:ea typeface="TeX Gyre Adventor"/>
                <a:cs typeface="TeX Gyre Adventor"/>
              </a:defRPr>
            </a:lvl4pPr>
            <a:lvl5pPr algn="l">
              <a:defRPr sz="1350" b="0" i="0">
                <a:solidFill>
                  <a:srgbClr val="21281F"/>
                </a:solidFill>
                <a:latin typeface="TeX Gyre Adventor"/>
                <a:ea typeface="TeX Gyre Adventor"/>
                <a:cs typeface="TeX Gyre Adventor"/>
              </a:defRPr>
            </a:lvl5pPr>
            <a:lvl6pPr algn="l">
              <a:defRPr sz="1350" b="0" i="0">
                <a:solidFill>
                  <a:srgbClr val="21281F"/>
                </a:solidFill>
                <a:latin typeface="TeX Gyre Adventor"/>
                <a:ea typeface="TeX Gyre Adventor"/>
                <a:cs typeface="TeX Gyre Adventor"/>
              </a:defRPr>
            </a:lvl6pPr>
            <a:lvl7pPr algn="l">
              <a:defRPr sz="1350" b="0" i="0">
                <a:solidFill>
                  <a:srgbClr val="21281F"/>
                </a:solidFill>
                <a:latin typeface="TeX Gyre Adventor"/>
                <a:ea typeface="TeX Gyre Adventor"/>
                <a:cs typeface="TeX Gyre Adventor"/>
              </a:defRPr>
            </a:lvl7pPr>
            <a:lvl8pPr algn="l">
              <a:defRPr sz="1350" b="0" i="0">
                <a:solidFill>
                  <a:srgbClr val="21281F"/>
                </a:solidFill>
                <a:latin typeface="TeX Gyre Adventor"/>
                <a:ea typeface="TeX Gyre Adventor"/>
                <a:cs typeface="TeX Gyre Adventor"/>
              </a:defRPr>
            </a:lvl8pPr>
            <a:lvl9pPr algn="l">
              <a:defRPr sz="1350" b="0" i="0">
                <a:solidFill>
                  <a:srgbClr val="21281F"/>
                </a:solidFill>
                <a:latin typeface="TeX Gyre Adventor"/>
                <a:ea typeface="TeX Gyre Adventor"/>
                <a:cs typeface="TeX Gyre Adventor"/>
              </a:defRPr>
            </a:lvl9pPr>
          </a:lstStyle>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Start with an opt-in pilot of 20 adult DTU students. Measure capture and revisits before expanding.</a:t>
            </a:r>
          </a:p>
        </p:txBody>
      </p:sp>
      <p:sp>
        <p:nvSpPr>
          <p:cNvPr id="4" name="element-97">
            <a:extLst xmlns:a="http://schemas.openxmlformats.org/drawingml/2006/main">
              <a:ext uri="{FF2B5EF4-FFF2-40B4-BE49-F238E27FC236}">
                <a16:creationId xmlns:a16="http://schemas.microsoft.com/office/drawing/2014/main" id="{78A75AD1-A573-479D-83AE-AF80751ED36F}"/>
              </a:ext>
            </a:extLst>
          </p:cNvPr>
          <p:cNvSpPr>
            <a:spLocks xmlns:a="http://schemas.openxmlformats.org/drawingml/2006/main" noGrp="1"/>
          </p:cNvSpPr>
          <p:nvPr/>
        </p:nvSpPr>
        <p:spPr>
          <a:xfrm xmlns:a="http://schemas.openxmlformats.org/drawingml/2006/main">
            <a:off x="514350" y="2476500"/>
            <a:ext cx="3905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REASON TO RETURN</a:t>
            </a:r>
          </a:p>
        </p:txBody>
      </p:sp>
      <p:sp>
        <p:nvSpPr>
          <p:cNvPr id="5" name="element-98">
            <a:extLst xmlns:a="http://schemas.openxmlformats.org/drawingml/2006/main">
              <a:ext uri="{FF2B5EF4-FFF2-40B4-BE49-F238E27FC236}">
                <a16:creationId xmlns:a16="http://schemas.microsoft.com/office/drawing/2014/main" id="{48D237DA-A275-4E64-AC8A-981D08E5AF0A}"/>
              </a:ext>
            </a:extLst>
          </p:cNvPr>
          <p:cNvSpPr>
            <a:spLocks xmlns:a="http://schemas.openxmlformats.org/drawingml/2006/main" noGrp="1"/>
          </p:cNvSpPr>
          <p:nvPr/>
        </p:nvSpPr>
        <p:spPr>
          <a:xfrm xmlns:a="http://schemas.openxmlformats.org/drawingml/2006/main">
            <a:off x="514350" y="2733675"/>
            <a:ext cx="3857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Adventor"/>
                <a:ea typeface="TeX Gyre Adventor"/>
                <a:cs typeface="TeX Gyre Adventor"/>
              </a:defRPr>
            </a:defPPr>
            <a:lvl1pPr algn="l">
              <a:defRPr sz="1350" b="0" i="0">
                <a:solidFill>
                  <a:srgbClr val="21281F"/>
                </a:solidFill>
                <a:latin typeface="TeX Gyre Adventor"/>
                <a:ea typeface="TeX Gyre Adventor"/>
                <a:cs typeface="TeX Gyre Adventor"/>
              </a:defRPr>
            </a:lvl1pPr>
            <a:lvl2pPr algn="l">
              <a:defRPr sz="1350" b="0" i="0">
                <a:solidFill>
                  <a:srgbClr val="21281F"/>
                </a:solidFill>
                <a:latin typeface="TeX Gyre Adventor"/>
                <a:ea typeface="TeX Gyre Adventor"/>
                <a:cs typeface="TeX Gyre Adventor"/>
              </a:defRPr>
            </a:lvl2pPr>
            <a:lvl3pPr algn="l">
              <a:defRPr sz="1350" b="0" i="0">
                <a:solidFill>
                  <a:srgbClr val="21281F"/>
                </a:solidFill>
                <a:latin typeface="TeX Gyre Adventor"/>
                <a:ea typeface="TeX Gyre Adventor"/>
                <a:cs typeface="TeX Gyre Adventor"/>
              </a:defRPr>
            </a:lvl3pPr>
            <a:lvl4pPr algn="l">
              <a:defRPr sz="1350" b="0" i="0">
                <a:solidFill>
                  <a:srgbClr val="21281F"/>
                </a:solidFill>
                <a:latin typeface="TeX Gyre Adventor"/>
                <a:ea typeface="TeX Gyre Adventor"/>
                <a:cs typeface="TeX Gyre Adventor"/>
              </a:defRPr>
            </a:lvl4pPr>
            <a:lvl5pPr algn="l">
              <a:defRPr sz="1350" b="0" i="0">
                <a:solidFill>
                  <a:srgbClr val="21281F"/>
                </a:solidFill>
                <a:latin typeface="TeX Gyre Adventor"/>
                <a:ea typeface="TeX Gyre Adventor"/>
                <a:cs typeface="TeX Gyre Adventor"/>
              </a:defRPr>
            </a:lvl5pPr>
            <a:lvl6pPr algn="l">
              <a:defRPr sz="1350" b="0" i="0">
                <a:solidFill>
                  <a:srgbClr val="21281F"/>
                </a:solidFill>
                <a:latin typeface="TeX Gyre Adventor"/>
                <a:ea typeface="TeX Gyre Adventor"/>
                <a:cs typeface="TeX Gyre Adventor"/>
              </a:defRPr>
            </a:lvl6pPr>
            <a:lvl7pPr algn="l">
              <a:defRPr sz="1350" b="0" i="0">
                <a:solidFill>
                  <a:srgbClr val="21281F"/>
                </a:solidFill>
                <a:latin typeface="TeX Gyre Adventor"/>
                <a:ea typeface="TeX Gyre Adventor"/>
                <a:cs typeface="TeX Gyre Adventor"/>
              </a:defRPr>
            </a:lvl7pPr>
            <a:lvl8pPr algn="l">
              <a:defRPr sz="1350" b="0" i="0">
                <a:solidFill>
                  <a:srgbClr val="21281F"/>
                </a:solidFill>
                <a:latin typeface="TeX Gyre Adventor"/>
                <a:ea typeface="TeX Gyre Adventor"/>
                <a:cs typeface="TeX Gyre Adventor"/>
              </a:defRPr>
            </a:lvl8pPr>
            <a:lvl9pPr algn="l">
              <a:defRPr sz="1350" b="0" i="0">
                <a:solidFill>
                  <a:srgbClr val="21281F"/>
                </a:solidFill>
                <a:latin typeface="TeX Gyre Adventor"/>
                <a:ea typeface="TeX Gyre Adventor"/>
                <a:cs typeface="TeX Gyre Adventor"/>
              </a:defRPr>
            </a:lvl9pPr>
          </a:lstStyle>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Make a quick page now. Return to the people, places and words that connect your days.</a:t>
            </a:r>
          </a:p>
        </p:txBody>
      </p:sp>
      <p:sp>
        <p:nvSpPr>
          <p:cNvPr id="6" name="element-99">
            <a:extLst xmlns:a="http://schemas.openxmlformats.org/drawingml/2006/main">
              <a:ext uri="{FF2B5EF4-FFF2-40B4-BE49-F238E27FC236}">
                <a16:creationId xmlns:a16="http://schemas.microsoft.com/office/drawing/2014/main" id="{2DE683E6-64EA-4792-A948-C7BE78B1F9A1}"/>
              </a:ext>
            </a:extLst>
          </p:cNvPr>
          <p:cNvSpPr>
            <a:spLocks xmlns:a="http://schemas.openxmlformats.org/drawingml/2006/main" noGrp="1"/>
          </p:cNvSpPr>
          <p:nvPr/>
        </p:nvSpPr>
        <p:spPr>
          <a:xfrm xmlns:a="http://schemas.openxmlformats.org/drawingml/2006/main">
            <a:off x="514350" y="3571875"/>
            <a:ext cx="3905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REVENUE</a:t>
            </a:r>
          </a:p>
        </p:txBody>
      </p:sp>
      <p:sp>
        <p:nvSpPr>
          <p:cNvPr id="7" name="element-100">
            <a:extLst xmlns:a="http://schemas.openxmlformats.org/drawingml/2006/main">
              <a:ext uri="{FF2B5EF4-FFF2-40B4-BE49-F238E27FC236}">
                <a16:creationId xmlns:a16="http://schemas.microsoft.com/office/drawing/2014/main" id="{51281055-B757-4BAF-834E-1A4AAC84A9D0}"/>
              </a:ext>
            </a:extLst>
          </p:cNvPr>
          <p:cNvSpPr>
            <a:spLocks xmlns:a="http://schemas.openxmlformats.org/drawingml/2006/main" noGrp="1"/>
          </p:cNvSpPr>
          <p:nvPr/>
        </p:nvSpPr>
        <p:spPr>
          <a:xfrm xmlns:a="http://schemas.openxmlformats.org/drawingml/2006/main">
            <a:off x="514350" y="3829050"/>
            <a:ext cx="3857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Adventor"/>
                <a:ea typeface="TeX Gyre Adventor"/>
                <a:cs typeface="TeX Gyre Adventor"/>
              </a:defRPr>
            </a:defPPr>
            <a:lvl1pPr algn="l">
              <a:defRPr sz="1350" b="0" i="0">
                <a:solidFill>
                  <a:srgbClr val="21281F"/>
                </a:solidFill>
                <a:latin typeface="TeX Gyre Adventor"/>
                <a:ea typeface="TeX Gyre Adventor"/>
                <a:cs typeface="TeX Gyre Adventor"/>
              </a:defRPr>
            </a:lvl1pPr>
            <a:lvl2pPr algn="l">
              <a:defRPr sz="1350" b="0" i="0">
                <a:solidFill>
                  <a:srgbClr val="21281F"/>
                </a:solidFill>
                <a:latin typeface="TeX Gyre Adventor"/>
                <a:ea typeface="TeX Gyre Adventor"/>
                <a:cs typeface="TeX Gyre Adventor"/>
              </a:defRPr>
            </a:lvl2pPr>
            <a:lvl3pPr algn="l">
              <a:defRPr sz="1350" b="0" i="0">
                <a:solidFill>
                  <a:srgbClr val="21281F"/>
                </a:solidFill>
                <a:latin typeface="TeX Gyre Adventor"/>
                <a:ea typeface="TeX Gyre Adventor"/>
                <a:cs typeface="TeX Gyre Adventor"/>
              </a:defRPr>
            </a:lvl3pPr>
            <a:lvl4pPr algn="l">
              <a:defRPr sz="1350" b="0" i="0">
                <a:solidFill>
                  <a:srgbClr val="21281F"/>
                </a:solidFill>
                <a:latin typeface="TeX Gyre Adventor"/>
                <a:ea typeface="TeX Gyre Adventor"/>
                <a:cs typeface="TeX Gyre Adventor"/>
              </a:defRPr>
            </a:lvl4pPr>
            <a:lvl5pPr algn="l">
              <a:defRPr sz="1350" b="0" i="0">
                <a:solidFill>
                  <a:srgbClr val="21281F"/>
                </a:solidFill>
                <a:latin typeface="TeX Gyre Adventor"/>
                <a:ea typeface="TeX Gyre Adventor"/>
                <a:cs typeface="TeX Gyre Adventor"/>
              </a:defRPr>
            </a:lvl5pPr>
            <a:lvl6pPr algn="l">
              <a:defRPr sz="1350" b="0" i="0">
                <a:solidFill>
                  <a:srgbClr val="21281F"/>
                </a:solidFill>
                <a:latin typeface="TeX Gyre Adventor"/>
                <a:ea typeface="TeX Gyre Adventor"/>
                <a:cs typeface="TeX Gyre Adventor"/>
              </a:defRPr>
            </a:lvl6pPr>
            <a:lvl7pPr algn="l">
              <a:defRPr sz="1350" b="0" i="0">
                <a:solidFill>
                  <a:srgbClr val="21281F"/>
                </a:solidFill>
                <a:latin typeface="TeX Gyre Adventor"/>
                <a:ea typeface="TeX Gyre Adventor"/>
                <a:cs typeface="TeX Gyre Adventor"/>
              </a:defRPr>
            </a:lvl7pPr>
            <a:lvl8pPr algn="l">
              <a:defRPr sz="1350" b="0" i="0">
                <a:solidFill>
                  <a:srgbClr val="21281F"/>
                </a:solidFill>
                <a:latin typeface="TeX Gyre Adventor"/>
                <a:ea typeface="TeX Gyre Adventor"/>
                <a:cs typeface="TeX Gyre Adventor"/>
              </a:defRPr>
            </a:lvl8pPr>
            <a:lvl9pPr algn="l">
              <a:defRPr sz="1350" b="0" i="0">
                <a:solidFill>
                  <a:srgbClr val="21281F"/>
                </a:solidFill>
                <a:latin typeface="TeX Gyre Adventor"/>
                <a:ea typeface="TeX Gyre Adventor"/>
                <a:cs typeface="TeX Gyre Adventor"/>
              </a:defRPr>
            </a:lvl9pPr>
          </a:lstStyle>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A capped subscription funds storage and AI. Extra research packs follow measured costs.</a:t>
            </a:r>
          </a:p>
        </p:txBody>
      </p:sp>
      <p:sp>
        <p:nvSpPr>
          <p:cNvPr id="8" name="element-101">
            <a:extLst xmlns:a="http://schemas.openxmlformats.org/drawingml/2006/main">
              <a:ext uri="{FF2B5EF4-FFF2-40B4-BE49-F238E27FC236}">
                <a16:creationId xmlns:a16="http://schemas.microsoft.com/office/drawing/2014/main" id="{046E37AA-4102-45F8-804E-10A160BB570D}"/>
              </a:ext>
            </a:extLst>
          </p:cNvPr>
          <p:cNvSpPr>
            <a:spLocks xmlns:a="http://schemas.openxmlformats.org/drawingml/2006/main" noGrp="1"/>
          </p:cNvSpPr>
          <p:nvPr/>
        </p:nvSpPr>
        <p:spPr>
          <a:xfrm xmlns:a="http://schemas.openxmlformats.org/drawingml/2006/main">
            <a:off x="4629150" y="13430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PROPOSED COMMERCIAL PLANS</a:t>
            </a:r>
          </a:p>
        </p:txBody>
      </p:sp>
      <p:graphicFrame>
        <p:nvGraphicFramePr>
          <p:cNvPr id="9" name="">
            <a:extLst xmlns:a="http://schemas.openxmlformats.org/drawingml/2006/main">
              <a:ext uri="{FF2B5EF4-FFF2-40B4-BE49-F238E27FC236}">
                <a16:creationId xmlns:a16="http://schemas.microsoft.com/office/drawing/2014/main" id="{E7227CDB-21C5-4A3A-818B-CA3006746F00}"/>
              </a:ext>
            </a:extLst>
          </p:cNvPr>
          <p:cNvGraphicFramePr/>
          <p:nvPr/>
        </p:nvGraphicFramePr>
        <p:xfrm>
          <a:off xmlns:a="http://schemas.openxmlformats.org/drawingml/2006/main" x="4629150" y="1676400"/>
          <a:ext xmlns:a="http://schemas.openxmlformats.org/drawingml/2006/main" cx="4000500" cy="2190750"/>
        </p:xfrm>
        <a:graphic xmlns:a="http://schemas.openxmlformats.org/drawingml/2006/main">
          <a:graphicData uri="http://schemas.openxmlformats.org/drawingml/2006/table">
            <a:tbl>
              <a:tblPr/>
              <a:tblGrid>
                <a:gridCol w="2038350"/>
                <a:gridCol w="914400"/>
                <a:gridCol w="1047750"/>
              </a:tblGrid>
              <a:tr h="438150">
                <a:tc>
                  <a:txBody>
                    <a:bodyPr lIns="76200" tIns="76200" rIns="76200" bIns="76200"/>
                    <a:lstStyle/>
                    <a:p>
                      <a:r>
                        <a:rPr sz="1050" b="1">
                          <a:solidFill>
                            <a:srgbClr val="F6EFE6"/>
                          </a:solidFill>
                          <a:latin typeface="TeX Gyre Adventor"/>
                          <a:ea typeface="TeX Gyre Adventor"/>
                          <a:cs typeface="TeX Gyre Adventor"/>
                        </a:rPr>
                        <a:t/>
                      </a:r>
                    </a:p>
                  </a:txBody>
                  <a:tcPr marL="91440" marR="91440" marT="45720" marB="45720" anchor="ctr">
                    <a:lnL w="5715">
                      <a:solidFill>
                        <a:srgbClr val="DACFC0"/>
                      </a:solidFill>
                      <a:prstDash val="solid"/>
                    </a:lnL>
                    <a:lnR w="5715">
                      <a:solidFill>
                        <a:srgbClr val="DACFC0"/>
                      </a:solidFill>
                      <a:prstDash val="solid"/>
                    </a:lnR>
                    <a:lnT w="5715">
                      <a:solidFill>
                        <a:srgbClr val="DACFC0"/>
                      </a:solidFill>
                      <a:prstDash val="solid"/>
                    </a:lnT>
                    <a:lnB w="5715">
                      <a:solidFill>
                        <a:srgbClr val="DACFC0"/>
                      </a:solidFill>
                      <a:prstDash val="solid"/>
                    </a:lnB>
                    <a:solidFill>
                      <a:srgbClr val="21281F"/>
                    </a:solidFill>
                  </a:tcPr>
                </a:tc>
                <a:tc>
                  <a:txBody>
                    <a:bodyPr lIns="76200" tIns="76200" rIns="76200" bIns="76200"/>
                    <a:lstStyle/>
                    <a:p>
                      <a:pPr algn="r"/>
                      <a:r>
                        <a:rPr sz="1050" b="1">
                          <a:solidFill>
                            <a:srgbClr val="F6EFE6"/>
                          </a:solidFill>
                          <a:latin typeface="TeX Gyre Adventor"/>
                          <a:ea typeface="TeX Gyre Adventor"/>
                          <a:cs typeface="TeX Gyre Adventor"/>
                        </a:rPr>
                        <a:t>Free</a:t>
                      </a:r>
                    </a:p>
                  </a:txBody>
                  <a:tcPr marL="91440" marR="91440" marT="45720" marB="45720" anchor="ctr">
                    <a:lnR w="5715">
                      <a:solidFill>
                        <a:srgbClr val="DACFC0"/>
                      </a:solidFill>
                      <a:prstDash val="solid"/>
                    </a:lnR>
                    <a:lnT w="5715">
                      <a:solidFill>
                        <a:srgbClr val="DACFC0"/>
                      </a:solidFill>
                      <a:prstDash val="solid"/>
                    </a:lnT>
                    <a:lnB w="5715">
                      <a:solidFill>
                        <a:srgbClr val="DACFC0"/>
                      </a:solidFill>
                      <a:prstDash val="solid"/>
                    </a:lnB>
                    <a:solidFill>
                      <a:srgbClr val="21281F"/>
                    </a:solidFill>
                  </a:tcPr>
                </a:tc>
                <a:tc>
                  <a:txBody>
                    <a:bodyPr lIns="76200" tIns="76200" rIns="76200" bIns="76200"/>
                    <a:lstStyle/>
                    <a:p>
                      <a:pPr algn="r"/>
                      <a:r>
                        <a:rPr sz="1050" b="1">
                          <a:solidFill>
                            <a:srgbClr val="F6EFE6"/>
                          </a:solidFill>
                          <a:latin typeface="TeX Gyre Adventor"/>
                          <a:ea typeface="TeX Gyre Adventor"/>
                          <a:cs typeface="TeX Gyre Adventor"/>
                        </a:rPr>
                        <a:t>Plus</a:t>
                      </a:r>
                    </a:p>
                  </a:txBody>
                  <a:tcPr marL="91440" marR="91440" marT="45720" marB="45720" anchor="ctr">
                    <a:lnR w="5715">
                      <a:solidFill>
                        <a:srgbClr val="DACFC0"/>
                      </a:solidFill>
                      <a:prstDash val="solid"/>
                    </a:lnR>
                    <a:lnT w="5715">
                      <a:solidFill>
                        <a:srgbClr val="DACFC0"/>
                      </a:solidFill>
                      <a:prstDash val="solid"/>
                    </a:lnT>
                    <a:lnB w="5715">
                      <a:solidFill>
                        <a:srgbClr val="DACFC0"/>
                      </a:solidFill>
                      <a:prstDash val="solid"/>
                    </a:lnB>
                    <a:solidFill>
                      <a:srgbClr val="21281F"/>
                    </a:solidFill>
                  </a:tcPr>
                </a:tc>
              </a:tr>
              <a:tr h="438150">
                <a:tc>
                  <a:txBody>
                    <a:bodyPr lIns="76200" tIns="76200" rIns="76200" bIns="76200"/>
                    <a:lstStyle/>
                    <a:p>
                      <a:pPr algn="l"/>
                      <a:r>
                        <a:rPr sz="1050" b="0">
                          <a:solidFill>
                            <a:srgbClr val="21281F"/>
                          </a:solidFill>
                          <a:latin typeface="TeX Gyre Adventor"/>
                          <a:ea typeface="TeX Gyre Adventor"/>
                          <a:cs typeface="TeX Gyre Adventor"/>
                        </a:rPr>
                        <a:t>Price / month</a:t>
                      </a:r>
                    </a:p>
                  </a:txBody>
                  <a:tcPr marL="91440" marR="91440" marT="45720" marB="45720" anchor="ctr">
                    <a:lnL w="5715">
                      <a:solidFill>
                        <a:srgbClr val="DACFC0"/>
                      </a:solidFill>
                      <a:prstDash val="solid"/>
                    </a:lnL>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₹0</a:t>
                      </a:r>
                    </a:p>
                  </a:txBody>
                  <a:tcPr marL="91440" marR="91440" marT="45720" marB="45720" anchor="ctr">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₹149</a:t>
                      </a:r>
                    </a:p>
                  </a:txBody>
                  <a:tcPr marL="91440" marR="91440" marT="45720" marB="45720" anchor="ctr">
                    <a:lnR w="5715">
                      <a:solidFill>
                        <a:srgbClr val="DACFC0"/>
                      </a:solidFill>
                      <a:prstDash val="solid"/>
                    </a:lnR>
                    <a:lnB w="5715">
                      <a:solidFill>
                        <a:srgbClr val="DACFC0"/>
                      </a:solidFill>
                      <a:prstDash val="solid"/>
                    </a:lnB>
                    <a:solidFill>
                      <a:srgbClr val="F6EFE6"/>
                    </a:solidFill>
                  </a:tcPr>
                </a:tc>
              </a:tr>
              <a:tr h="438150">
                <a:tc>
                  <a:txBody>
                    <a:bodyPr lIns="76200" tIns="76200" rIns="76200" bIns="76200"/>
                    <a:lstStyle/>
                    <a:p>
                      <a:pPr algn="l"/>
                      <a:r>
                        <a:rPr sz="1050" b="0">
                          <a:solidFill>
                            <a:srgbClr val="21281F"/>
                          </a:solidFill>
                          <a:latin typeface="TeX Gyre Adventor"/>
                          <a:ea typeface="TeX Gyre Adventor"/>
                          <a:cs typeface="TeX Gyre Adventor"/>
                        </a:rPr>
                        <a:t>Media allowance</a:t>
                      </a:r>
                    </a:p>
                  </a:txBody>
                  <a:tcPr marL="91440" marR="91440" marT="45720" marB="45720" anchor="ctr">
                    <a:lnL w="5715">
                      <a:solidFill>
                        <a:srgbClr val="DACFC0"/>
                      </a:solidFill>
                      <a:prstDash val="solid"/>
                    </a:lnL>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250 MB</a:t>
                      </a:r>
                    </a:p>
                  </a:txBody>
                  <a:tcPr marL="91440" marR="91440" marT="45720" marB="45720" anchor="ctr">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5 GB</a:t>
                      </a:r>
                    </a:p>
                  </a:txBody>
                  <a:tcPr marL="91440" marR="91440" marT="45720" marB="45720" anchor="ctr">
                    <a:lnR w="5715">
                      <a:solidFill>
                        <a:srgbClr val="DACFC0"/>
                      </a:solidFill>
                      <a:prstDash val="solid"/>
                    </a:lnR>
                    <a:lnB w="5715">
                      <a:solidFill>
                        <a:srgbClr val="DACFC0"/>
                      </a:solidFill>
                      <a:prstDash val="solid"/>
                    </a:lnB>
                    <a:solidFill>
                      <a:srgbClr val="F6EFE6"/>
                    </a:solidFill>
                  </a:tcPr>
                </a:tc>
              </a:tr>
              <a:tr h="438150">
                <a:tc>
                  <a:txBody>
                    <a:bodyPr lIns="76200" tIns="76200" rIns="76200" bIns="76200"/>
                    <a:lstStyle/>
                    <a:p>
                      <a:pPr algn="l"/>
                      <a:r>
                        <a:rPr sz="1050" b="0">
                          <a:solidFill>
                            <a:srgbClr val="21281F"/>
                          </a:solidFill>
                          <a:latin typeface="TeX Gyre Adventor"/>
                          <a:ea typeface="TeX Gyre Adventor"/>
                          <a:cs typeface="TeX Gyre Adventor"/>
                        </a:rPr>
                        <a:t>AI answers / month</a:t>
                      </a:r>
                    </a:p>
                  </a:txBody>
                  <a:tcPr marL="91440" marR="91440" marT="45720" marB="45720" anchor="ctr">
                    <a:lnL w="5715">
                      <a:solidFill>
                        <a:srgbClr val="DACFC0"/>
                      </a:solidFill>
                      <a:prstDash val="solid"/>
                    </a:lnL>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5</a:t>
                      </a:r>
                    </a:p>
                  </a:txBody>
                  <a:tcPr marL="91440" marR="91440" marT="45720" marB="45720" anchor="ctr">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50</a:t>
                      </a:r>
                    </a:p>
                  </a:txBody>
                  <a:tcPr marL="91440" marR="91440" marT="45720" marB="45720" anchor="ctr">
                    <a:lnR w="5715">
                      <a:solidFill>
                        <a:srgbClr val="DACFC0"/>
                      </a:solidFill>
                      <a:prstDash val="solid"/>
                    </a:lnR>
                    <a:lnB w="5715">
                      <a:solidFill>
                        <a:srgbClr val="DACFC0"/>
                      </a:solidFill>
                      <a:prstDash val="solid"/>
                    </a:lnB>
                    <a:solidFill>
                      <a:srgbClr val="F6EFE6"/>
                    </a:solidFill>
                  </a:tcPr>
                </a:tc>
              </a:tr>
              <a:tr h="438150">
                <a:tc>
                  <a:txBody>
                    <a:bodyPr lIns="76200" tIns="76200" rIns="76200" bIns="76200"/>
                    <a:lstStyle/>
                    <a:p>
                      <a:pPr algn="l"/>
                      <a:r>
                        <a:rPr sz="1050" b="0">
                          <a:solidFill>
                            <a:srgbClr val="21281F"/>
                          </a:solidFill>
                          <a:latin typeface="TeX Gyre Adventor"/>
                          <a:ea typeface="TeX Gyre Adventor"/>
                          <a:cs typeface="TeX Gyre Adventor"/>
                        </a:rPr>
                        <a:t>Research / month</a:t>
                      </a:r>
                    </a:p>
                  </a:txBody>
                  <a:tcPr marL="91440" marR="91440" marT="45720" marB="45720" anchor="ctr">
                    <a:lnL w="5715">
                      <a:solidFill>
                        <a:srgbClr val="DACFC0"/>
                      </a:solidFill>
                      <a:prstDash val="solid"/>
                    </a:lnL>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Trial only</a:t>
                      </a:r>
                    </a:p>
                  </a:txBody>
                  <a:tcPr marL="91440" marR="91440" marT="45720" marB="45720" anchor="ctr">
                    <a:lnR w="5715">
                      <a:solidFill>
                        <a:srgbClr val="DACFC0"/>
                      </a:solidFill>
                      <a:prstDash val="solid"/>
                    </a:lnR>
                    <a:lnB w="5715">
                      <a:solidFill>
                        <a:srgbClr val="DACFC0"/>
                      </a:solidFill>
                      <a:prstDash val="solid"/>
                    </a:lnB>
                    <a:solidFill>
                      <a:srgbClr val="F6EFE6"/>
                    </a:solidFill>
                  </a:tcPr>
                </a:tc>
                <a:tc>
                  <a:txBody>
                    <a:bodyPr lIns="76200" tIns="76200" rIns="76200" bIns="76200"/>
                    <a:lstStyle/>
                    <a:p>
                      <a:pPr algn="r"/>
                      <a:r>
                        <a:rPr sz="1050" b="0">
                          <a:solidFill>
                            <a:srgbClr val="21281F"/>
                          </a:solidFill>
                          <a:latin typeface="TeX Gyre Adventor"/>
                          <a:ea typeface="TeX Gyre Adventor"/>
                          <a:cs typeface="TeX Gyre Adventor"/>
                        </a:rPr>
                        <a:t>1 capped run</a:t>
                      </a:r>
                    </a:p>
                  </a:txBody>
                  <a:tcPr marL="91440" marR="91440" marT="45720" marB="45720" anchor="ctr">
                    <a:lnR w="5715">
                      <a:solidFill>
                        <a:srgbClr val="DACFC0"/>
                      </a:solidFill>
                      <a:prstDash val="solid"/>
                    </a:lnR>
                    <a:lnB w="5715">
                      <a:solidFill>
                        <a:srgbClr val="DACFC0"/>
                      </a:solidFill>
                      <a:prstDash val="solid"/>
                    </a:lnB>
                    <a:solidFill>
                      <a:srgbClr val="F6EFE6"/>
                    </a:solidFill>
                  </a:tcPr>
                </a:tc>
              </a:tr>
            </a:tbl>
          </a:graphicData>
        </a:graphic>
      </p:graphicFrame>
      <p:sp>
        <p:nvSpPr>
          <p:cNvPr id="10" name="element-102">
            <a:extLst xmlns:a="http://schemas.openxmlformats.org/drawingml/2006/main">
              <a:ext uri="{FF2B5EF4-FFF2-40B4-BE49-F238E27FC236}">
                <a16:creationId xmlns:a16="http://schemas.microsoft.com/office/drawing/2014/main" id="{82AA7802-D7B7-4E48-A831-8AD774240BFA}"/>
              </a:ext>
            </a:extLst>
          </p:cNvPr>
          <p:cNvSpPr>
            <a:spLocks xmlns:a="http://schemas.openxmlformats.org/drawingml/2006/main" noGrp="1"/>
          </p:cNvSpPr>
          <p:nvPr/>
        </p:nvSpPr>
        <p:spPr>
          <a:xfrm xmlns:a="http://schemas.openxmlformats.org/drawingml/2006/main">
            <a:off x="4629150" y="3981450"/>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i="0">
                <a:solidFill>
                  <a:srgbClr val="67685E"/>
                </a:solidFill>
                <a:latin typeface="TeX Gyre Adventor"/>
                <a:ea typeface="TeX Gyre Adventor"/>
                <a:cs typeface="TeX Gyre Adventor"/>
              </a:defRPr>
            </a:defPPr>
            <a:lvl1pPr algn="l">
              <a:defRPr sz="1050" b="0" i="0">
                <a:solidFill>
                  <a:srgbClr val="67685E"/>
                </a:solidFill>
                <a:latin typeface="TeX Gyre Adventor"/>
                <a:ea typeface="TeX Gyre Adventor"/>
                <a:cs typeface="TeX Gyre Adventor"/>
              </a:defRPr>
            </a:lvl1pPr>
            <a:lvl2pPr algn="l">
              <a:defRPr sz="1050" b="0" i="0">
                <a:solidFill>
                  <a:srgbClr val="67685E"/>
                </a:solidFill>
                <a:latin typeface="TeX Gyre Adventor"/>
                <a:ea typeface="TeX Gyre Adventor"/>
                <a:cs typeface="TeX Gyre Adventor"/>
              </a:defRPr>
            </a:lvl2pPr>
            <a:lvl3pPr algn="l">
              <a:defRPr sz="1050" b="0" i="0">
                <a:solidFill>
                  <a:srgbClr val="67685E"/>
                </a:solidFill>
                <a:latin typeface="TeX Gyre Adventor"/>
                <a:ea typeface="TeX Gyre Adventor"/>
                <a:cs typeface="TeX Gyre Adventor"/>
              </a:defRPr>
            </a:lvl3pPr>
            <a:lvl4pPr algn="l">
              <a:defRPr sz="1050" b="0" i="0">
                <a:solidFill>
                  <a:srgbClr val="67685E"/>
                </a:solidFill>
                <a:latin typeface="TeX Gyre Adventor"/>
                <a:ea typeface="TeX Gyre Adventor"/>
                <a:cs typeface="TeX Gyre Adventor"/>
              </a:defRPr>
            </a:lvl4pPr>
            <a:lvl5pPr algn="l">
              <a:defRPr sz="1050" b="0" i="0">
                <a:solidFill>
                  <a:srgbClr val="67685E"/>
                </a:solidFill>
                <a:latin typeface="TeX Gyre Adventor"/>
                <a:ea typeface="TeX Gyre Adventor"/>
                <a:cs typeface="TeX Gyre Adventor"/>
              </a:defRPr>
            </a:lvl5pPr>
            <a:lvl6pPr algn="l">
              <a:defRPr sz="1050" b="0" i="0">
                <a:solidFill>
                  <a:srgbClr val="67685E"/>
                </a:solidFill>
                <a:latin typeface="TeX Gyre Adventor"/>
                <a:ea typeface="TeX Gyre Adventor"/>
                <a:cs typeface="TeX Gyre Adventor"/>
              </a:defRPr>
            </a:lvl6pPr>
            <a:lvl7pPr algn="l">
              <a:defRPr sz="1050" b="0" i="0">
                <a:solidFill>
                  <a:srgbClr val="67685E"/>
                </a:solidFill>
                <a:latin typeface="TeX Gyre Adventor"/>
                <a:ea typeface="TeX Gyre Adventor"/>
                <a:cs typeface="TeX Gyre Adventor"/>
              </a:defRPr>
            </a:lvl7pPr>
            <a:lvl8pPr algn="l">
              <a:defRPr sz="1050" b="0" i="0">
                <a:solidFill>
                  <a:srgbClr val="67685E"/>
                </a:solidFill>
                <a:latin typeface="TeX Gyre Adventor"/>
                <a:ea typeface="TeX Gyre Adventor"/>
                <a:cs typeface="TeX Gyre Adventor"/>
              </a:defRPr>
            </a:lvl8pPr>
            <a:lvl9pPr algn="l">
              <a:defRPr sz="1050" b="0" i="0">
                <a:solidFill>
                  <a:srgbClr val="67685E"/>
                </a:solidFill>
                <a:latin typeface="TeX Gyre Adventor"/>
                <a:ea typeface="TeX Gyre Adventor"/>
                <a:cs typeface="TeX Gyre Adventor"/>
              </a:defRPr>
            </a:lvl9pPr>
          </a:lstStyle>
          <a:p xmlns:a="http://schemas.openxmlformats.org/drawingml/2006/main">
            <a:pPr algn="l">
              <a:defRPr sz="1050" b="0" i="0">
                <a:solidFill>
                  <a:srgbClr val="67685E"/>
                </a:solidFill>
                <a:latin typeface="TeX Gyre Adventor"/>
                <a:ea typeface="TeX Gyre Adventor"/>
                <a:cs typeface="TeX Gyre Adventor"/>
              </a:defRPr>
            </a:pPr>
            <a:r>
              <a:rPr sz="1050" b="0" i="0">
                <a:solidFill>
                  <a:srgbClr val="67685E"/>
                </a:solidFill>
                <a:latin typeface="TeX Gyre Adventor"/>
                <a:ea typeface="TeX Gyre Adventor"/>
                <a:cs typeface="TeX Gyre Adventor"/>
              </a:rPr>
              <a:t>These are pricing hypotheses. Current restricted demo quotas differ. Existing pages stay readable after downgrade.</a:t>
            </a:r>
          </a:p>
        </p:txBody>
      </p:sp>
      <p:sp>
        <p:nvSpPr>
          <p:cNvPr id="11" name="element-103">
            <a:extLst xmlns:a="http://schemas.openxmlformats.org/drawingml/2006/main">
              <a:ext uri="{FF2B5EF4-FFF2-40B4-BE49-F238E27FC236}">
                <a16:creationId xmlns:a16="http://schemas.microsoft.com/office/drawing/2014/main" id="{A192FD23-11AC-443F-A6B2-F15E2071D39C}"/>
              </a:ext>
            </a:extLst>
          </p:cNvPr>
          <p:cNvSpPr>
            <a:spLocks xmlns:a="http://schemas.openxmlformats.org/drawingml/2006/main" noGrp="1"/>
          </p:cNvSpPr>
          <p:nvPr/>
        </p:nvSpPr>
        <p:spPr>
          <a:xfrm xmlns:a="http://schemas.openxmlformats.org/drawingml/2006/main">
            <a:off x="514350" y="4572000"/>
            <a:ext cx="8115300" cy="9525"/>
          </a:xfrm>
          <a:prstGeom xmlns:a="http://schemas.openxmlformats.org/drawingml/2006/main" prst="rect">
            <a:avLst/>
          </a:prstGeom>
          <a:solidFill xmlns:a="http://schemas.openxmlformats.org/drawingml/2006/main">
            <a:srgbClr val="DACFC0"/>
          </a:solidFill>
          <a:ln xmlns:a="http://schemas.openxmlformats.org/drawingml/2006/main" w="0">
            <a:noFill/>
            <a:prstDash val="solid"/>
          </a:ln>
        </p:spPr>
      </p:sp>
      <p:sp>
        <p:nvSpPr>
          <p:cNvPr id="12" name="element-104">
            <a:extLst xmlns:a="http://schemas.openxmlformats.org/drawingml/2006/main">
              <a:ext uri="{FF2B5EF4-FFF2-40B4-BE49-F238E27FC236}">
                <a16:creationId xmlns:a16="http://schemas.microsoft.com/office/drawing/2014/main" id="{AB7F3272-E867-4A23-B7D0-3578D782A60A}"/>
              </a:ext>
            </a:extLst>
          </p:cNvPr>
          <p:cNvSpPr>
            <a:spLocks xmlns:a="http://schemas.openxmlformats.org/drawingml/2006/main" noGrp="1"/>
          </p:cNvSpPr>
          <p:nvPr/>
        </p:nvSpPr>
        <p:spPr>
          <a:xfrm xmlns:a="http://schemas.openxmlformats.org/drawingml/2006/main">
            <a:off x="514350" y="4676775"/>
            <a:ext cx="7524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i="0">
                <a:solidFill>
                  <a:srgbClr val="21281F"/>
                </a:solidFill>
                <a:latin typeface="TeX Gyre Adventor"/>
                <a:ea typeface="TeX Gyre Adventor"/>
                <a:cs typeface="TeX Gyre Adventor"/>
              </a:defRPr>
            </a:defPPr>
            <a:lvl1pPr algn="l">
              <a:defRPr sz="938" b="0" i="0">
                <a:solidFill>
                  <a:srgbClr val="21281F"/>
                </a:solidFill>
                <a:latin typeface="TeX Gyre Adventor"/>
                <a:ea typeface="TeX Gyre Adventor"/>
                <a:cs typeface="TeX Gyre Adventor"/>
              </a:defRPr>
            </a:lvl1pPr>
            <a:lvl2pPr algn="l">
              <a:defRPr sz="938" b="0" i="0">
                <a:solidFill>
                  <a:srgbClr val="21281F"/>
                </a:solidFill>
                <a:latin typeface="TeX Gyre Adventor"/>
                <a:ea typeface="TeX Gyre Adventor"/>
                <a:cs typeface="TeX Gyre Adventor"/>
              </a:defRPr>
            </a:lvl2pPr>
            <a:lvl3pPr algn="l">
              <a:defRPr sz="938" b="0" i="0">
                <a:solidFill>
                  <a:srgbClr val="21281F"/>
                </a:solidFill>
                <a:latin typeface="TeX Gyre Adventor"/>
                <a:ea typeface="TeX Gyre Adventor"/>
                <a:cs typeface="TeX Gyre Adventor"/>
              </a:defRPr>
            </a:lvl3pPr>
            <a:lvl4pPr algn="l">
              <a:defRPr sz="938" b="0" i="0">
                <a:solidFill>
                  <a:srgbClr val="21281F"/>
                </a:solidFill>
                <a:latin typeface="TeX Gyre Adventor"/>
                <a:ea typeface="TeX Gyre Adventor"/>
                <a:cs typeface="TeX Gyre Adventor"/>
              </a:defRPr>
            </a:lvl4pPr>
            <a:lvl5pPr algn="l">
              <a:defRPr sz="938" b="0" i="0">
                <a:solidFill>
                  <a:srgbClr val="21281F"/>
                </a:solidFill>
                <a:latin typeface="TeX Gyre Adventor"/>
                <a:ea typeface="TeX Gyre Adventor"/>
                <a:cs typeface="TeX Gyre Adventor"/>
              </a:defRPr>
            </a:lvl5pPr>
            <a:lvl6pPr algn="l">
              <a:defRPr sz="938" b="0" i="0">
                <a:solidFill>
                  <a:srgbClr val="21281F"/>
                </a:solidFill>
                <a:latin typeface="TeX Gyre Adventor"/>
                <a:ea typeface="TeX Gyre Adventor"/>
                <a:cs typeface="TeX Gyre Adventor"/>
              </a:defRPr>
            </a:lvl6pPr>
            <a:lvl7pPr algn="l">
              <a:defRPr sz="938" b="0" i="0">
                <a:solidFill>
                  <a:srgbClr val="21281F"/>
                </a:solidFill>
                <a:latin typeface="TeX Gyre Adventor"/>
                <a:ea typeface="TeX Gyre Adventor"/>
                <a:cs typeface="TeX Gyre Adventor"/>
              </a:defRPr>
            </a:lvl7pPr>
            <a:lvl8pPr algn="l">
              <a:defRPr sz="938" b="0" i="0">
                <a:solidFill>
                  <a:srgbClr val="21281F"/>
                </a:solidFill>
                <a:latin typeface="TeX Gyre Adventor"/>
                <a:ea typeface="TeX Gyre Adventor"/>
                <a:cs typeface="TeX Gyre Adventor"/>
              </a:defRPr>
            </a:lvl8pPr>
            <a:lvl9pPr algn="l">
              <a:defRPr sz="938" b="0" i="0">
                <a:solidFill>
                  <a:srgbClr val="21281F"/>
                </a:solidFill>
                <a:latin typeface="TeX Gyre Adventor"/>
                <a:ea typeface="TeX Gyre Adventor"/>
                <a:cs typeface="TeX Gyre Adventor"/>
              </a:defRPr>
            </a:lvl9pPr>
          </a:lstStyle>
          <a:p xmlns:a="http://schemas.openxmlformats.org/drawingml/2006/main">
            <a:pPr algn="l">
              <a:defRPr sz="938" b="0" i="0">
                <a:solidFill>
                  <a:srgbClr val="21281F"/>
                </a:solidFill>
                <a:latin typeface="TeX Gyre Adventor"/>
                <a:ea typeface="TeX Gyre Adventor"/>
                <a:cs typeface="TeX Gyre Adventor"/>
              </a:defRPr>
            </a:pPr>
            <a:r>
              <a:rPr sz="938" b="0" i="0">
                <a:solidFill>
                  <a:srgbClr val="21281F"/>
                </a:solidFill>
                <a:latin typeface="TeX Gyre Adventor"/>
                <a:ea typeface="TeX Gyre Adventor"/>
                <a:cs typeface="TeX Gyre Adventor"/>
              </a:rPr>
              <a:t>Alternatives: Day One Silver $49.99/year, Gold $74.99/year. Journey $4.17/month billed annually. Schema tests crafted pages with reviewed event context.</a:t>
            </a:r>
          </a:p>
        </p:txBody>
      </p:sp>
      <p:sp>
        <p:nvSpPr>
          <p:cNvPr id="13" name="element-105">
            <a:extLst xmlns:a="http://schemas.openxmlformats.org/drawingml/2006/main">
              <a:ext uri="{FF2B5EF4-FFF2-40B4-BE49-F238E27FC236}">
                <a16:creationId xmlns:a16="http://schemas.microsoft.com/office/drawing/2014/main" id="{7F8983F5-5381-47E3-967F-383A7CB29AEC}"/>
              </a:ext>
            </a:extLst>
          </p:cNvPr>
          <p:cNvSpPr>
            <a:spLocks xmlns:a="http://schemas.openxmlformats.org/drawingml/2006/main" noGrp="1"/>
          </p:cNvSpPr>
          <p:nvPr/>
        </p:nvSpPr>
        <p:spPr>
          <a:xfrm xmlns:a="http://schemas.openxmlformats.org/drawingml/2006/main">
            <a:off x="8286750" y="4857750"/>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25" b="0" i="0">
                <a:solidFill>
                  <a:srgbClr val="67685E"/>
                </a:solidFill>
                <a:latin typeface="TeX Gyre Adventor"/>
                <a:ea typeface="TeX Gyre Adventor"/>
                <a:cs typeface="TeX Gyre Adventor"/>
              </a:defRPr>
            </a:defPPr>
            <a:lvl1pPr algn="r">
              <a:defRPr sz="825" b="0" i="0">
                <a:solidFill>
                  <a:srgbClr val="67685E"/>
                </a:solidFill>
                <a:latin typeface="TeX Gyre Adventor"/>
                <a:ea typeface="TeX Gyre Adventor"/>
                <a:cs typeface="TeX Gyre Adventor"/>
              </a:defRPr>
            </a:lvl1pPr>
            <a:lvl2pPr algn="r">
              <a:defRPr sz="825" b="0" i="0">
                <a:solidFill>
                  <a:srgbClr val="67685E"/>
                </a:solidFill>
                <a:latin typeface="TeX Gyre Adventor"/>
                <a:ea typeface="TeX Gyre Adventor"/>
                <a:cs typeface="TeX Gyre Adventor"/>
              </a:defRPr>
            </a:lvl2pPr>
            <a:lvl3pPr algn="r">
              <a:defRPr sz="825" b="0" i="0">
                <a:solidFill>
                  <a:srgbClr val="67685E"/>
                </a:solidFill>
                <a:latin typeface="TeX Gyre Adventor"/>
                <a:ea typeface="TeX Gyre Adventor"/>
                <a:cs typeface="TeX Gyre Adventor"/>
              </a:defRPr>
            </a:lvl3pPr>
            <a:lvl4pPr algn="r">
              <a:defRPr sz="825" b="0" i="0">
                <a:solidFill>
                  <a:srgbClr val="67685E"/>
                </a:solidFill>
                <a:latin typeface="TeX Gyre Adventor"/>
                <a:ea typeface="TeX Gyre Adventor"/>
                <a:cs typeface="TeX Gyre Adventor"/>
              </a:defRPr>
            </a:lvl4pPr>
            <a:lvl5pPr algn="r">
              <a:defRPr sz="825" b="0" i="0">
                <a:solidFill>
                  <a:srgbClr val="67685E"/>
                </a:solidFill>
                <a:latin typeface="TeX Gyre Adventor"/>
                <a:ea typeface="TeX Gyre Adventor"/>
                <a:cs typeface="TeX Gyre Adventor"/>
              </a:defRPr>
            </a:lvl5pPr>
            <a:lvl6pPr algn="r">
              <a:defRPr sz="825" b="0" i="0">
                <a:solidFill>
                  <a:srgbClr val="67685E"/>
                </a:solidFill>
                <a:latin typeface="TeX Gyre Adventor"/>
                <a:ea typeface="TeX Gyre Adventor"/>
                <a:cs typeface="TeX Gyre Adventor"/>
              </a:defRPr>
            </a:lvl6pPr>
            <a:lvl7pPr algn="r">
              <a:defRPr sz="825" b="0" i="0">
                <a:solidFill>
                  <a:srgbClr val="67685E"/>
                </a:solidFill>
                <a:latin typeface="TeX Gyre Adventor"/>
                <a:ea typeface="TeX Gyre Adventor"/>
                <a:cs typeface="TeX Gyre Adventor"/>
              </a:defRPr>
            </a:lvl7pPr>
            <a:lvl8pPr algn="r">
              <a:defRPr sz="825" b="0" i="0">
                <a:solidFill>
                  <a:srgbClr val="67685E"/>
                </a:solidFill>
                <a:latin typeface="TeX Gyre Adventor"/>
                <a:ea typeface="TeX Gyre Adventor"/>
                <a:cs typeface="TeX Gyre Adventor"/>
              </a:defRPr>
            </a:lvl8pPr>
            <a:lvl9pPr algn="r">
              <a:defRPr sz="825" b="0" i="0">
                <a:solidFill>
                  <a:srgbClr val="67685E"/>
                </a:solidFill>
                <a:latin typeface="TeX Gyre Adventor"/>
                <a:ea typeface="TeX Gyre Adventor"/>
                <a:cs typeface="TeX Gyre Adventor"/>
              </a:defRPr>
            </a:lvl9pPr>
          </a:lstStyle>
          <a:p xmlns:a="http://schemas.openxmlformats.org/drawingml/2006/main">
            <a:pPr algn="r">
              <a:defRPr sz="825" b="0" i="0">
                <a:solidFill>
                  <a:srgbClr val="67685E"/>
                </a:solidFill>
                <a:latin typeface="TeX Gyre Adventor"/>
                <a:ea typeface="TeX Gyre Adventor"/>
                <a:cs typeface="TeX Gyre Adventor"/>
              </a:defRPr>
            </a:pPr>
            <a:r>
              <a:rPr sz="825" b="0" i="0">
                <a:solidFill>
                  <a:srgbClr val="67685E"/>
                </a:solidFill>
                <a:latin typeface="TeX Gyre Adventor"/>
                <a:ea typeface="TeX Gyre Adventor"/>
                <a:cs typeface="TeX Gyre Adventor"/>
              </a:rPr>
              <a:t>7 / 8</a:t>
            </a:r>
          </a:p>
        </p:txBody>
      </p:sp>
    </p:spTree>
    <p:extLst>
      <p:ext uri="{BB962C8B-B14F-4D97-AF65-F5344CB8AC3E}">
        <p14:creationId xmlns:p14="http://schemas.microsoft.com/office/powerpoint/2010/main" val="436505567"/>
      </p:ext>
    </p:extLst>
  </p:cSld>
</p:sld>
</file>

<file path=ppt/slides/slide8.xml><?xml version="1.0" encoding="utf-8"?>
<p:sld xmlns:p="http://schemas.openxmlformats.org/presentationml/2006/main">
  <p:cSld>
    <p:bg>
      <p:bgPr>
        <a:solidFill xmlns:a="http://schemas.openxmlformats.org/drawingml/2006/main">
          <a:srgbClr val="F6EFE6"/>
        </a:solidFill>
      </p:bgPr>
    </p:bg>
    <p:spTree>
      <p:nvGrpSpPr>
        <p:cNvPr id="1" name=""/>
        <p:cNvGrpSpPr/>
        <p:nvPr/>
      </p:nvGrpSpPr>
      <p:grpSpPr>
        <a:xfrm xmlns:a="http://schemas.openxmlformats.org/drawingml/2006/main"/>
      </p:grpSpPr>
      <p:sp>
        <p:nvSpPr>
          <p:cNvPr id="22" name="element-106">
            <a:extLst xmlns:a="http://schemas.openxmlformats.org/drawingml/2006/main">
              <a:ext uri="{FF2B5EF4-FFF2-40B4-BE49-F238E27FC236}">
                <a16:creationId xmlns:a16="http://schemas.microsoft.com/office/drawing/2014/main" id="{4B4E9894-5E8D-4393-997D-D912A0F694D2}"/>
              </a:ext>
            </a:extLst>
          </p:cNvPr>
          <p:cNvSpPr>
            <a:spLocks xmlns:a="http://schemas.openxmlformats.org/drawingml/2006/main" noGrp="1"/>
          </p:cNvSpPr>
          <p:nvPr/>
        </p:nvSpPr>
        <p:spPr>
          <a:xfrm xmlns:a="http://schemas.openxmlformats.org/drawingml/2006/main">
            <a:off x="514350" y="228600"/>
            <a:ext cx="8096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i="0">
                <a:solidFill>
                  <a:srgbClr val="21281F"/>
                </a:solidFill>
                <a:latin typeface="TeX Gyre Schola"/>
                <a:ea typeface="TeX Gyre Schola"/>
                <a:cs typeface="TeX Gyre Schola"/>
              </a:defRPr>
            </a:defPPr>
            <a:lvl1pPr algn="l">
              <a:defRPr sz="2550" b="1" i="0">
                <a:solidFill>
                  <a:srgbClr val="21281F"/>
                </a:solidFill>
                <a:latin typeface="TeX Gyre Schola"/>
                <a:ea typeface="TeX Gyre Schola"/>
                <a:cs typeface="TeX Gyre Schola"/>
              </a:defRPr>
            </a:lvl1pPr>
            <a:lvl2pPr algn="l">
              <a:defRPr sz="2550" b="1" i="0">
                <a:solidFill>
                  <a:srgbClr val="21281F"/>
                </a:solidFill>
                <a:latin typeface="TeX Gyre Schola"/>
                <a:ea typeface="TeX Gyre Schola"/>
                <a:cs typeface="TeX Gyre Schola"/>
              </a:defRPr>
            </a:lvl2pPr>
            <a:lvl3pPr algn="l">
              <a:defRPr sz="2550" b="1" i="0">
                <a:solidFill>
                  <a:srgbClr val="21281F"/>
                </a:solidFill>
                <a:latin typeface="TeX Gyre Schola"/>
                <a:ea typeface="TeX Gyre Schola"/>
                <a:cs typeface="TeX Gyre Schola"/>
              </a:defRPr>
            </a:lvl3pPr>
            <a:lvl4pPr algn="l">
              <a:defRPr sz="2550" b="1" i="0">
                <a:solidFill>
                  <a:srgbClr val="21281F"/>
                </a:solidFill>
                <a:latin typeface="TeX Gyre Schola"/>
                <a:ea typeface="TeX Gyre Schola"/>
                <a:cs typeface="TeX Gyre Schola"/>
              </a:defRPr>
            </a:lvl4pPr>
            <a:lvl5pPr algn="l">
              <a:defRPr sz="2550" b="1" i="0">
                <a:solidFill>
                  <a:srgbClr val="21281F"/>
                </a:solidFill>
                <a:latin typeface="TeX Gyre Schola"/>
                <a:ea typeface="TeX Gyre Schola"/>
                <a:cs typeface="TeX Gyre Schola"/>
              </a:defRPr>
            </a:lvl5pPr>
            <a:lvl6pPr algn="l">
              <a:defRPr sz="2550" b="1" i="0">
                <a:solidFill>
                  <a:srgbClr val="21281F"/>
                </a:solidFill>
                <a:latin typeface="TeX Gyre Schola"/>
                <a:ea typeface="TeX Gyre Schola"/>
                <a:cs typeface="TeX Gyre Schola"/>
              </a:defRPr>
            </a:lvl6pPr>
            <a:lvl7pPr algn="l">
              <a:defRPr sz="2550" b="1" i="0">
                <a:solidFill>
                  <a:srgbClr val="21281F"/>
                </a:solidFill>
                <a:latin typeface="TeX Gyre Schola"/>
                <a:ea typeface="TeX Gyre Schola"/>
                <a:cs typeface="TeX Gyre Schola"/>
              </a:defRPr>
            </a:lvl7pPr>
            <a:lvl8pPr algn="l">
              <a:defRPr sz="2550" b="1" i="0">
                <a:solidFill>
                  <a:srgbClr val="21281F"/>
                </a:solidFill>
                <a:latin typeface="TeX Gyre Schola"/>
                <a:ea typeface="TeX Gyre Schola"/>
                <a:cs typeface="TeX Gyre Schola"/>
              </a:defRPr>
            </a:lvl8pPr>
            <a:lvl9pPr algn="l">
              <a:defRPr sz="2550" b="1" i="0">
                <a:solidFill>
                  <a:srgbClr val="21281F"/>
                </a:solidFill>
                <a:latin typeface="TeX Gyre Schola"/>
                <a:ea typeface="TeX Gyre Schola"/>
                <a:cs typeface="TeX Gyre Schola"/>
              </a:defRPr>
            </a:lvl9pPr>
          </a:lstStyle>
          <a:p xmlns:a="http://schemas.openxmlformats.org/drawingml/2006/main">
            <a:pPr algn="l">
              <a:defRPr sz="2550" b="1" i="0">
                <a:solidFill>
                  <a:srgbClr val="21281F"/>
                </a:solidFill>
                <a:latin typeface="TeX Gyre Schola"/>
                <a:ea typeface="TeX Gyre Schola"/>
                <a:cs typeface="TeX Gyre Schola"/>
              </a:defRPr>
            </a:pPr>
            <a:r>
              <a:rPr sz="2550" b="1" i="0">
                <a:solidFill>
                  <a:srgbClr val="21281F"/>
                </a:solidFill>
                <a:latin typeface="TeX Gyre Schola"/>
                <a:ea typeface="TeX Gyre Schola"/>
                <a:cs typeface="TeX Gyre Schola"/>
              </a:rPr>
              <a:t>What we can show, and what comes next</a:t>
            </a:r>
          </a:p>
        </p:txBody>
      </p:sp>
      <p:sp>
        <p:nvSpPr>
          <p:cNvPr id="2" name="element-107">
            <a:extLst xmlns:a="http://schemas.openxmlformats.org/drawingml/2006/main">
              <a:ext uri="{FF2B5EF4-FFF2-40B4-BE49-F238E27FC236}">
                <a16:creationId xmlns:a16="http://schemas.microsoft.com/office/drawing/2014/main" id="{AE327A68-E5CA-4805-A3AF-62643C703564}"/>
              </a:ext>
            </a:extLst>
          </p:cNvPr>
          <p:cNvSpPr>
            <a:spLocks xmlns:a="http://schemas.openxmlformats.org/drawingml/2006/main" noGrp="1"/>
          </p:cNvSpPr>
          <p:nvPr/>
        </p:nvSpPr>
        <p:spPr>
          <a:xfrm xmlns:a="http://schemas.openxmlformats.org/drawingml/2006/main">
            <a:off x="514350" y="13239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TEAM LINEOFCODE  ·  DTU</a:t>
            </a:r>
          </a:p>
        </p:txBody>
      </p:sp>
      <p:sp>
        <p:nvSpPr>
          <p:cNvPr id="3" name="element-108">
            <a:extLst xmlns:a="http://schemas.openxmlformats.org/drawingml/2006/main">
              <a:ext uri="{FF2B5EF4-FFF2-40B4-BE49-F238E27FC236}">
                <a16:creationId xmlns:a16="http://schemas.microsoft.com/office/drawing/2014/main" id="{B0A55B7F-06BC-4C0C-AC16-48F14167A129}"/>
              </a:ext>
            </a:extLst>
          </p:cNvPr>
          <p:cNvSpPr>
            <a:spLocks xmlns:a="http://schemas.openxmlformats.org/drawingml/2006/main" noGrp="1"/>
          </p:cNvSpPr>
          <p:nvPr/>
        </p:nvSpPr>
        <p:spPr>
          <a:xfrm xmlns:a="http://schemas.openxmlformats.org/drawingml/2006/main">
            <a:off x="514350" y="16383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21281F"/>
                </a:solidFill>
                <a:latin typeface="TeX Gyre Schola"/>
                <a:ea typeface="TeX Gyre Schola"/>
                <a:cs typeface="TeX Gyre Schola"/>
              </a:defRPr>
            </a:defPPr>
            <a:lvl1pPr algn="l">
              <a:defRPr sz="1725" b="1" i="0">
                <a:solidFill>
                  <a:srgbClr val="21281F"/>
                </a:solidFill>
                <a:latin typeface="TeX Gyre Schola"/>
                <a:ea typeface="TeX Gyre Schola"/>
                <a:cs typeface="TeX Gyre Schola"/>
              </a:defRPr>
            </a:lvl1pPr>
            <a:lvl2pPr algn="l">
              <a:defRPr sz="1725" b="1" i="0">
                <a:solidFill>
                  <a:srgbClr val="21281F"/>
                </a:solidFill>
                <a:latin typeface="TeX Gyre Schola"/>
                <a:ea typeface="TeX Gyre Schola"/>
                <a:cs typeface="TeX Gyre Schola"/>
              </a:defRPr>
            </a:lvl2pPr>
            <a:lvl3pPr algn="l">
              <a:defRPr sz="1725" b="1" i="0">
                <a:solidFill>
                  <a:srgbClr val="21281F"/>
                </a:solidFill>
                <a:latin typeface="TeX Gyre Schola"/>
                <a:ea typeface="TeX Gyre Schola"/>
                <a:cs typeface="TeX Gyre Schola"/>
              </a:defRPr>
            </a:lvl3pPr>
            <a:lvl4pPr algn="l">
              <a:defRPr sz="1725" b="1" i="0">
                <a:solidFill>
                  <a:srgbClr val="21281F"/>
                </a:solidFill>
                <a:latin typeface="TeX Gyre Schola"/>
                <a:ea typeface="TeX Gyre Schola"/>
                <a:cs typeface="TeX Gyre Schola"/>
              </a:defRPr>
            </a:lvl4pPr>
            <a:lvl5pPr algn="l">
              <a:defRPr sz="1725" b="1" i="0">
                <a:solidFill>
                  <a:srgbClr val="21281F"/>
                </a:solidFill>
                <a:latin typeface="TeX Gyre Schola"/>
                <a:ea typeface="TeX Gyre Schola"/>
                <a:cs typeface="TeX Gyre Schola"/>
              </a:defRPr>
            </a:lvl5pPr>
            <a:lvl6pPr algn="l">
              <a:defRPr sz="1725" b="1" i="0">
                <a:solidFill>
                  <a:srgbClr val="21281F"/>
                </a:solidFill>
                <a:latin typeface="TeX Gyre Schola"/>
                <a:ea typeface="TeX Gyre Schola"/>
                <a:cs typeface="TeX Gyre Schola"/>
              </a:defRPr>
            </a:lvl6pPr>
            <a:lvl7pPr algn="l">
              <a:defRPr sz="1725" b="1" i="0">
                <a:solidFill>
                  <a:srgbClr val="21281F"/>
                </a:solidFill>
                <a:latin typeface="TeX Gyre Schola"/>
                <a:ea typeface="TeX Gyre Schola"/>
                <a:cs typeface="TeX Gyre Schola"/>
              </a:defRPr>
            </a:lvl7pPr>
            <a:lvl8pPr algn="l">
              <a:defRPr sz="1725" b="1" i="0">
                <a:solidFill>
                  <a:srgbClr val="21281F"/>
                </a:solidFill>
                <a:latin typeface="TeX Gyre Schola"/>
                <a:ea typeface="TeX Gyre Schola"/>
                <a:cs typeface="TeX Gyre Schola"/>
              </a:defRPr>
            </a:lvl8pPr>
            <a:lvl9pPr algn="l">
              <a:defRPr sz="1725" b="1" i="0">
                <a:solidFill>
                  <a:srgbClr val="21281F"/>
                </a:solidFill>
                <a:latin typeface="TeX Gyre Schola"/>
                <a:ea typeface="TeX Gyre Schola"/>
                <a:cs typeface="TeX Gyre Schola"/>
              </a:defRPr>
            </a:lvl9pPr>
          </a:lstStyle>
          <a:p xmlns:a="http://schemas.openxmlformats.org/drawingml/2006/main">
            <a:pPr algn="l">
              <a:defRPr sz="1725" b="1" i="0">
                <a:solidFill>
                  <a:srgbClr val="21281F"/>
                </a:solidFill>
                <a:latin typeface="TeX Gyre Schola"/>
                <a:ea typeface="TeX Gyre Schola"/>
                <a:cs typeface="TeX Gyre Schola"/>
              </a:defRPr>
            </a:pPr>
            <a:r>
              <a:rPr sz="1725" b="1" i="0">
                <a:solidFill>
                  <a:srgbClr val="21281F"/>
                </a:solidFill>
                <a:latin typeface="TeX Gyre Schola"/>
                <a:ea typeface="TeX Gyre Schola"/>
                <a:cs typeface="TeX Gyre Schola"/>
              </a:rPr>
              <a:t>Tushar Aggarwal</a:t>
            </a:r>
          </a:p>
        </p:txBody>
      </p:sp>
      <p:sp>
        <p:nvSpPr>
          <p:cNvPr id="4" name="element-109">
            <a:extLst xmlns:a="http://schemas.openxmlformats.org/drawingml/2006/main">
              <a:ext uri="{FF2B5EF4-FFF2-40B4-BE49-F238E27FC236}">
                <a16:creationId xmlns:a16="http://schemas.microsoft.com/office/drawing/2014/main" id="{08EA89CC-8996-4DC6-A12D-E3A70CA13A25}"/>
              </a:ext>
            </a:extLst>
          </p:cNvPr>
          <p:cNvSpPr>
            <a:spLocks xmlns:a="http://schemas.openxmlformats.org/drawingml/2006/main" noGrp="1"/>
          </p:cNvSpPr>
          <p:nvPr/>
        </p:nvSpPr>
        <p:spPr>
          <a:xfrm xmlns:a="http://schemas.openxmlformats.org/drawingml/2006/main">
            <a:off x="514350" y="191452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21281F"/>
                </a:solidFill>
                <a:latin typeface="TeX Gyre Adventor"/>
                <a:ea typeface="TeX Gyre Adventor"/>
                <a:cs typeface="TeX Gyre Adventor"/>
              </a:defRPr>
            </a:defPPr>
            <a:lvl1pPr algn="l">
              <a:defRPr sz="1125" b="0" i="0">
                <a:solidFill>
                  <a:srgbClr val="21281F"/>
                </a:solidFill>
                <a:latin typeface="TeX Gyre Adventor"/>
                <a:ea typeface="TeX Gyre Adventor"/>
                <a:cs typeface="TeX Gyre Adventor"/>
              </a:defRPr>
            </a:lvl1pPr>
            <a:lvl2pPr algn="l">
              <a:defRPr sz="1125" b="0" i="0">
                <a:solidFill>
                  <a:srgbClr val="21281F"/>
                </a:solidFill>
                <a:latin typeface="TeX Gyre Adventor"/>
                <a:ea typeface="TeX Gyre Adventor"/>
                <a:cs typeface="TeX Gyre Adventor"/>
              </a:defRPr>
            </a:lvl2pPr>
            <a:lvl3pPr algn="l">
              <a:defRPr sz="1125" b="0" i="0">
                <a:solidFill>
                  <a:srgbClr val="21281F"/>
                </a:solidFill>
                <a:latin typeface="TeX Gyre Adventor"/>
                <a:ea typeface="TeX Gyre Adventor"/>
                <a:cs typeface="TeX Gyre Adventor"/>
              </a:defRPr>
            </a:lvl3pPr>
            <a:lvl4pPr algn="l">
              <a:defRPr sz="1125" b="0" i="0">
                <a:solidFill>
                  <a:srgbClr val="21281F"/>
                </a:solidFill>
                <a:latin typeface="TeX Gyre Adventor"/>
                <a:ea typeface="TeX Gyre Adventor"/>
                <a:cs typeface="TeX Gyre Adventor"/>
              </a:defRPr>
            </a:lvl4pPr>
            <a:lvl5pPr algn="l">
              <a:defRPr sz="1125" b="0" i="0">
                <a:solidFill>
                  <a:srgbClr val="21281F"/>
                </a:solidFill>
                <a:latin typeface="TeX Gyre Adventor"/>
                <a:ea typeface="TeX Gyre Adventor"/>
                <a:cs typeface="TeX Gyre Adventor"/>
              </a:defRPr>
            </a:lvl5pPr>
            <a:lvl6pPr algn="l">
              <a:defRPr sz="1125" b="0" i="0">
                <a:solidFill>
                  <a:srgbClr val="21281F"/>
                </a:solidFill>
                <a:latin typeface="TeX Gyre Adventor"/>
                <a:ea typeface="TeX Gyre Adventor"/>
                <a:cs typeface="TeX Gyre Adventor"/>
              </a:defRPr>
            </a:lvl6pPr>
            <a:lvl7pPr algn="l">
              <a:defRPr sz="1125" b="0" i="0">
                <a:solidFill>
                  <a:srgbClr val="21281F"/>
                </a:solidFill>
                <a:latin typeface="TeX Gyre Adventor"/>
                <a:ea typeface="TeX Gyre Adventor"/>
                <a:cs typeface="TeX Gyre Adventor"/>
              </a:defRPr>
            </a:lvl7pPr>
            <a:lvl8pPr algn="l">
              <a:defRPr sz="1125" b="0" i="0">
                <a:solidFill>
                  <a:srgbClr val="21281F"/>
                </a:solidFill>
                <a:latin typeface="TeX Gyre Adventor"/>
                <a:ea typeface="TeX Gyre Adventor"/>
                <a:cs typeface="TeX Gyre Adventor"/>
              </a:defRPr>
            </a:lvl8pPr>
            <a:lvl9pPr algn="l">
              <a:defRPr sz="1125" b="0" i="0">
                <a:solidFill>
                  <a:srgbClr val="21281F"/>
                </a:solidFill>
                <a:latin typeface="TeX Gyre Adventor"/>
                <a:ea typeface="TeX Gyre Adventor"/>
                <a:cs typeface="TeX Gyre Adventor"/>
              </a:defRPr>
            </a:lvl9pPr>
          </a:lstStyle>
          <a:p xmlns:a="http://schemas.openxmlformats.org/drawingml/2006/main">
            <a:pPr algn="l">
              <a:defRPr sz="1125" b="0" i="0">
                <a:solidFill>
                  <a:srgbClr val="21281F"/>
                </a:solidFill>
                <a:latin typeface="TeX Gyre Adventor"/>
                <a:ea typeface="TeX Gyre Adventor"/>
                <a:cs typeface="TeX Gyre Adventor"/>
              </a:defRPr>
            </a:pPr>
            <a:r>
              <a:rPr sz="1125" b="0" i="0">
                <a:solidFill>
                  <a:srgbClr val="21281F"/>
                </a:solidFill>
                <a:latin typeface="TeX Gyre Adventor"/>
                <a:ea typeface="TeX Gyre Adventor"/>
                <a:cs typeface="TeX Gyre Adventor"/>
              </a:rPr>
              <a:t>Product, integration and testing</a:t>
            </a:r>
          </a:p>
        </p:txBody>
      </p:sp>
      <p:sp>
        <p:nvSpPr>
          <p:cNvPr id="5" name="element-110">
            <a:extLst xmlns:a="http://schemas.openxmlformats.org/drawingml/2006/main">
              <a:ext uri="{FF2B5EF4-FFF2-40B4-BE49-F238E27FC236}">
                <a16:creationId xmlns:a16="http://schemas.microsoft.com/office/drawing/2014/main" id="{C92A65A2-16D4-4EE5-B590-E230B5E17D47}"/>
              </a:ext>
            </a:extLst>
          </p:cNvPr>
          <p:cNvSpPr>
            <a:spLocks xmlns:a="http://schemas.openxmlformats.org/drawingml/2006/main" noGrp="1"/>
          </p:cNvSpPr>
          <p:nvPr/>
        </p:nvSpPr>
        <p:spPr>
          <a:xfrm xmlns:a="http://schemas.openxmlformats.org/drawingml/2006/main">
            <a:off x="514350" y="2266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21281F"/>
                </a:solidFill>
                <a:latin typeface="TeX Gyre Schola"/>
                <a:ea typeface="TeX Gyre Schola"/>
                <a:cs typeface="TeX Gyre Schola"/>
              </a:defRPr>
            </a:defPPr>
            <a:lvl1pPr algn="l">
              <a:defRPr sz="1725" b="1" i="0">
                <a:solidFill>
                  <a:srgbClr val="21281F"/>
                </a:solidFill>
                <a:latin typeface="TeX Gyre Schola"/>
                <a:ea typeface="TeX Gyre Schola"/>
                <a:cs typeface="TeX Gyre Schola"/>
              </a:defRPr>
            </a:lvl1pPr>
            <a:lvl2pPr algn="l">
              <a:defRPr sz="1725" b="1" i="0">
                <a:solidFill>
                  <a:srgbClr val="21281F"/>
                </a:solidFill>
                <a:latin typeface="TeX Gyre Schola"/>
                <a:ea typeface="TeX Gyre Schola"/>
                <a:cs typeface="TeX Gyre Schola"/>
              </a:defRPr>
            </a:lvl2pPr>
            <a:lvl3pPr algn="l">
              <a:defRPr sz="1725" b="1" i="0">
                <a:solidFill>
                  <a:srgbClr val="21281F"/>
                </a:solidFill>
                <a:latin typeface="TeX Gyre Schola"/>
                <a:ea typeface="TeX Gyre Schola"/>
                <a:cs typeface="TeX Gyre Schola"/>
              </a:defRPr>
            </a:lvl3pPr>
            <a:lvl4pPr algn="l">
              <a:defRPr sz="1725" b="1" i="0">
                <a:solidFill>
                  <a:srgbClr val="21281F"/>
                </a:solidFill>
                <a:latin typeface="TeX Gyre Schola"/>
                <a:ea typeface="TeX Gyre Schola"/>
                <a:cs typeface="TeX Gyre Schola"/>
              </a:defRPr>
            </a:lvl4pPr>
            <a:lvl5pPr algn="l">
              <a:defRPr sz="1725" b="1" i="0">
                <a:solidFill>
                  <a:srgbClr val="21281F"/>
                </a:solidFill>
                <a:latin typeface="TeX Gyre Schola"/>
                <a:ea typeface="TeX Gyre Schola"/>
                <a:cs typeface="TeX Gyre Schola"/>
              </a:defRPr>
            </a:lvl5pPr>
            <a:lvl6pPr algn="l">
              <a:defRPr sz="1725" b="1" i="0">
                <a:solidFill>
                  <a:srgbClr val="21281F"/>
                </a:solidFill>
                <a:latin typeface="TeX Gyre Schola"/>
                <a:ea typeface="TeX Gyre Schola"/>
                <a:cs typeface="TeX Gyre Schola"/>
              </a:defRPr>
            </a:lvl6pPr>
            <a:lvl7pPr algn="l">
              <a:defRPr sz="1725" b="1" i="0">
                <a:solidFill>
                  <a:srgbClr val="21281F"/>
                </a:solidFill>
                <a:latin typeface="TeX Gyre Schola"/>
                <a:ea typeface="TeX Gyre Schola"/>
                <a:cs typeface="TeX Gyre Schola"/>
              </a:defRPr>
            </a:lvl7pPr>
            <a:lvl8pPr algn="l">
              <a:defRPr sz="1725" b="1" i="0">
                <a:solidFill>
                  <a:srgbClr val="21281F"/>
                </a:solidFill>
                <a:latin typeface="TeX Gyre Schola"/>
                <a:ea typeface="TeX Gyre Schola"/>
                <a:cs typeface="TeX Gyre Schola"/>
              </a:defRPr>
            </a:lvl8pPr>
            <a:lvl9pPr algn="l">
              <a:defRPr sz="1725" b="1" i="0">
                <a:solidFill>
                  <a:srgbClr val="21281F"/>
                </a:solidFill>
                <a:latin typeface="TeX Gyre Schola"/>
                <a:ea typeface="TeX Gyre Schola"/>
                <a:cs typeface="TeX Gyre Schola"/>
              </a:defRPr>
            </a:lvl9pPr>
          </a:lstStyle>
          <a:p xmlns:a="http://schemas.openxmlformats.org/drawingml/2006/main">
            <a:pPr algn="l">
              <a:defRPr sz="1725" b="1" i="0">
                <a:solidFill>
                  <a:srgbClr val="21281F"/>
                </a:solidFill>
                <a:latin typeface="TeX Gyre Schola"/>
                <a:ea typeface="TeX Gyre Schola"/>
                <a:cs typeface="TeX Gyre Schola"/>
              </a:defRPr>
            </a:pPr>
            <a:r>
              <a:rPr sz="1725" b="1" i="0">
                <a:solidFill>
                  <a:srgbClr val="21281F"/>
                </a:solidFill>
                <a:latin typeface="TeX Gyre Schola"/>
                <a:ea typeface="TeX Gyre Schola"/>
                <a:cs typeface="TeX Gyre Schola"/>
              </a:rPr>
              <a:t>Rajat Maan</a:t>
            </a:r>
          </a:p>
        </p:txBody>
      </p:sp>
      <p:sp>
        <p:nvSpPr>
          <p:cNvPr id="6" name="element-111">
            <a:extLst xmlns:a="http://schemas.openxmlformats.org/drawingml/2006/main">
              <a:ext uri="{FF2B5EF4-FFF2-40B4-BE49-F238E27FC236}">
                <a16:creationId xmlns:a16="http://schemas.microsoft.com/office/drawing/2014/main" id="{AB6966DD-A9DE-4C4D-AA68-007D986C623B}"/>
              </a:ext>
            </a:extLst>
          </p:cNvPr>
          <p:cNvSpPr>
            <a:spLocks xmlns:a="http://schemas.openxmlformats.org/drawingml/2006/main" noGrp="1"/>
          </p:cNvSpPr>
          <p:nvPr/>
        </p:nvSpPr>
        <p:spPr>
          <a:xfrm xmlns:a="http://schemas.openxmlformats.org/drawingml/2006/main">
            <a:off x="514350" y="254317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21281F"/>
                </a:solidFill>
                <a:latin typeface="TeX Gyre Adventor"/>
                <a:ea typeface="TeX Gyre Adventor"/>
                <a:cs typeface="TeX Gyre Adventor"/>
              </a:defRPr>
            </a:defPPr>
            <a:lvl1pPr algn="l">
              <a:defRPr sz="1125" b="0" i="0">
                <a:solidFill>
                  <a:srgbClr val="21281F"/>
                </a:solidFill>
                <a:latin typeface="TeX Gyre Adventor"/>
                <a:ea typeface="TeX Gyre Adventor"/>
                <a:cs typeface="TeX Gyre Adventor"/>
              </a:defRPr>
            </a:lvl1pPr>
            <a:lvl2pPr algn="l">
              <a:defRPr sz="1125" b="0" i="0">
                <a:solidFill>
                  <a:srgbClr val="21281F"/>
                </a:solidFill>
                <a:latin typeface="TeX Gyre Adventor"/>
                <a:ea typeface="TeX Gyre Adventor"/>
                <a:cs typeface="TeX Gyre Adventor"/>
              </a:defRPr>
            </a:lvl2pPr>
            <a:lvl3pPr algn="l">
              <a:defRPr sz="1125" b="0" i="0">
                <a:solidFill>
                  <a:srgbClr val="21281F"/>
                </a:solidFill>
                <a:latin typeface="TeX Gyre Adventor"/>
                <a:ea typeface="TeX Gyre Adventor"/>
                <a:cs typeface="TeX Gyre Adventor"/>
              </a:defRPr>
            </a:lvl3pPr>
            <a:lvl4pPr algn="l">
              <a:defRPr sz="1125" b="0" i="0">
                <a:solidFill>
                  <a:srgbClr val="21281F"/>
                </a:solidFill>
                <a:latin typeface="TeX Gyre Adventor"/>
                <a:ea typeface="TeX Gyre Adventor"/>
                <a:cs typeface="TeX Gyre Adventor"/>
              </a:defRPr>
            </a:lvl4pPr>
            <a:lvl5pPr algn="l">
              <a:defRPr sz="1125" b="0" i="0">
                <a:solidFill>
                  <a:srgbClr val="21281F"/>
                </a:solidFill>
                <a:latin typeface="TeX Gyre Adventor"/>
                <a:ea typeface="TeX Gyre Adventor"/>
                <a:cs typeface="TeX Gyre Adventor"/>
              </a:defRPr>
            </a:lvl5pPr>
            <a:lvl6pPr algn="l">
              <a:defRPr sz="1125" b="0" i="0">
                <a:solidFill>
                  <a:srgbClr val="21281F"/>
                </a:solidFill>
                <a:latin typeface="TeX Gyre Adventor"/>
                <a:ea typeface="TeX Gyre Adventor"/>
                <a:cs typeface="TeX Gyre Adventor"/>
              </a:defRPr>
            </a:lvl6pPr>
            <a:lvl7pPr algn="l">
              <a:defRPr sz="1125" b="0" i="0">
                <a:solidFill>
                  <a:srgbClr val="21281F"/>
                </a:solidFill>
                <a:latin typeface="TeX Gyre Adventor"/>
                <a:ea typeface="TeX Gyre Adventor"/>
                <a:cs typeface="TeX Gyre Adventor"/>
              </a:defRPr>
            </a:lvl7pPr>
            <a:lvl8pPr algn="l">
              <a:defRPr sz="1125" b="0" i="0">
                <a:solidFill>
                  <a:srgbClr val="21281F"/>
                </a:solidFill>
                <a:latin typeface="TeX Gyre Adventor"/>
                <a:ea typeface="TeX Gyre Adventor"/>
                <a:cs typeface="TeX Gyre Adventor"/>
              </a:defRPr>
            </a:lvl8pPr>
            <a:lvl9pPr algn="l">
              <a:defRPr sz="1125" b="0" i="0">
                <a:solidFill>
                  <a:srgbClr val="21281F"/>
                </a:solidFill>
                <a:latin typeface="TeX Gyre Adventor"/>
                <a:ea typeface="TeX Gyre Adventor"/>
                <a:cs typeface="TeX Gyre Adventor"/>
              </a:defRPr>
            </a:lvl9pPr>
          </a:lstStyle>
          <a:p xmlns:a="http://schemas.openxmlformats.org/drawingml/2006/main">
            <a:pPr algn="l">
              <a:defRPr sz="1125" b="0" i="0">
                <a:solidFill>
                  <a:srgbClr val="21281F"/>
                </a:solidFill>
                <a:latin typeface="TeX Gyre Adventor"/>
                <a:ea typeface="TeX Gyre Adventor"/>
                <a:cs typeface="TeX Gyre Adventor"/>
              </a:defRPr>
            </a:pPr>
            <a:r>
              <a:rPr sz="1125" b="0" i="0">
                <a:solidFill>
                  <a:srgbClr val="21281F"/>
                </a:solidFill>
                <a:latin typeface="TeX Gyre Adventor"/>
                <a:ea typeface="TeX Gyre Adventor"/>
                <a:cs typeface="TeX Gyre Adventor"/>
              </a:rPr>
              <a:t>Backend and source-based answers</a:t>
            </a:r>
          </a:p>
        </p:txBody>
      </p:sp>
      <p:sp>
        <p:nvSpPr>
          <p:cNvPr id="7" name="element-112">
            <a:extLst xmlns:a="http://schemas.openxmlformats.org/drawingml/2006/main">
              <a:ext uri="{FF2B5EF4-FFF2-40B4-BE49-F238E27FC236}">
                <a16:creationId xmlns:a16="http://schemas.microsoft.com/office/drawing/2014/main" id="{4C086389-7638-450D-9AD3-C28ABD512D04}"/>
              </a:ext>
            </a:extLst>
          </p:cNvPr>
          <p:cNvSpPr>
            <a:spLocks xmlns:a="http://schemas.openxmlformats.org/drawingml/2006/main" noGrp="1"/>
          </p:cNvSpPr>
          <p:nvPr/>
        </p:nvSpPr>
        <p:spPr>
          <a:xfrm xmlns:a="http://schemas.openxmlformats.org/drawingml/2006/main">
            <a:off x="514350" y="2895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21281F"/>
                </a:solidFill>
                <a:latin typeface="TeX Gyre Schola"/>
                <a:ea typeface="TeX Gyre Schola"/>
                <a:cs typeface="TeX Gyre Schola"/>
              </a:defRPr>
            </a:defPPr>
            <a:lvl1pPr algn="l">
              <a:defRPr sz="1725" b="1" i="0">
                <a:solidFill>
                  <a:srgbClr val="21281F"/>
                </a:solidFill>
                <a:latin typeface="TeX Gyre Schola"/>
                <a:ea typeface="TeX Gyre Schola"/>
                <a:cs typeface="TeX Gyre Schola"/>
              </a:defRPr>
            </a:lvl1pPr>
            <a:lvl2pPr algn="l">
              <a:defRPr sz="1725" b="1" i="0">
                <a:solidFill>
                  <a:srgbClr val="21281F"/>
                </a:solidFill>
                <a:latin typeface="TeX Gyre Schola"/>
                <a:ea typeface="TeX Gyre Schola"/>
                <a:cs typeface="TeX Gyre Schola"/>
              </a:defRPr>
            </a:lvl2pPr>
            <a:lvl3pPr algn="l">
              <a:defRPr sz="1725" b="1" i="0">
                <a:solidFill>
                  <a:srgbClr val="21281F"/>
                </a:solidFill>
                <a:latin typeface="TeX Gyre Schola"/>
                <a:ea typeface="TeX Gyre Schola"/>
                <a:cs typeface="TeX Gyre Schola"/>
              </a:defRPr>
            </a:lvl3pPr>
            <a:lvl4pPr algn="l">
              <a:defRPr sz="1725" b="1" i="0">
                <a:solidFill>
                  <a:srgbClr val="21281F"/>
                </a:solidFill>
                <a:latin typeface="TeX Gyre Schola"/>
                <a:ea typeface="TeX Gyre Schola"/>
                <a:cs typeface="TeX Gyre Schola"/>
              </a:defRPr>
            </a:lvl4pPr>
            <a:lvl5pPr algn="l">
              <a:defRPr sz="1725" b="1" i="0">
                <a:solidFill>
                  <a:srgbClr val="21281F"/>
                </a:solidFill>
                <a:latin typeface="TeX Gyre Schola"/>
                <a:ea typeface="TeX Gyre Schola"/>
                <a:cs typeface="TeX Gyre Schola"/>
              </a:defRPr>
            </a:lvl5pPr>
            <a:lvl6pPr algn="l">
              <a:defRPr sz="1725" b="1" i="0">
                <a:solidFill>
                  <a:srgbClr val="21281F"/>
                </a:solidFill>
                <a:latin typeface="TeX Gyre Schola"/>
                <a:ea typeface="TeX Gyre Schola"/>
                <a:cs typeface="TeX Gyre Schola"/>
              </a:defRPr>
            </a:lvl6pPr>
            <a:lvl7pPr algn="l">
              <a:defRPr sz="1725" b="1" i="0">
                <a:solidFill>
                  <a:srgbClr val="21281F"/>
                </a:solidFill>
                <a:latin typeface="TeX Gyre Schola"/>
                <a:ea typeface="TeX Gyre Schola"/>
                <a:cs typeface="TeX Gyre Schola"/>
              </a:defRPr>
            </a:lvl7pPr>
            <a:lvl8pPr algn="l">
              <a:defRPr sz="1725" b="1" i="0">
                <a:solidFill>
                  <a:srgbClr val="21281F"/>
                </a:solidFill>
                <a:latin typeface="TeX Gyre Schola"/>
                <a:ea typeface="TeX Gyre Schola"/>
                <a:cs typeface="TeX Gyre Schola"/>
              </a:defRPr>
            </a:lvl8pPr>
            <a:lvl9pPr algn="l">
              <a:defRPr sz="1725" b="1" i="0">
                <a:solidFill>
                  <a:srgbClr val="21281F"/>
                </a:solidFill>
                <a:latin typeface="TeX Gyre Schola"/>
                <a:ea typeface="TeX Gyre Schola"/>
                <a:cs typeface="TeX Gyre Schola"/>
              </a:defRPr>
            </a:lvl9pPr>
          </a:lstStyle>
          <a:p xmlns:a="http://schemas.openxmlformats.org/drawingml/2006/main">
            <a:pPr algn="l">
              <a:defRPr sz="1725" b="1" i="0">
                <a:solidFill>
                  <a:srgbClr val="21281F"/>
                </a:solidFill>
                <a:latin typeface="TeX Gyre Schola"/>
                <a:ea typeface="TeX Gyre Schola"/>
                <a:cs typeface="TeX Gyre Schola"/>
              </a:defRPr>
            </a:pPr>
            <a:r>
              <a:rPr sz="1725" b="1" i="0">
                <a:solidFill>
                  <a:srgbClr val="21281F"/>
                </a:solidFill>
                <a:latin typeface="TeX Gyre Schola"/>
                <a:ea typeface="TeX Gyre Schola"/>
                <a:cs typeface="TeX Gyre Schola"/>
              </a:rPr>
              <a:t>Shrivats Goel</a:t>
            </a:r>
          </a:p>
        </p:txBody>
      </p:sp>
      <p:sp>
        <p:nvSpPr>
          <p:cNvPr id="8" name="element-113">
            <a:extLst xmlns:a="http://schemas.openxmlformats.org/drawingml/2006/main">
              <a:ext uri="{FF2B5EF4-FFF2-40B4-BE49-F238E27FC236}">
                <a16:creationId xmlns:a16="http://schemas.microsoft.com/office/drawing/2014/main" id="{2261E27A-393E-41F6-A167-BA179F6BDCB0}"/>
              </a:ext>
            </a:extLst>
          </p:cNvPr>
          <p:cNvSpPr>
            <a:spLocks xmlns:a="http://schemas.openxmlformats.org/drawingml/2006/main" noGrp="1"/>
          </p:cNvSpPr>
          <p:nvPr/>
        </p:nvSpPr>
        <p:spPr>
          <a:xfrm xmlns:a="http://schemas.openxmlformats.org/drawingml/2006/main">
            <a:off x="514350" y="317182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21281F"/>
                </a:solidFill>
                <a:latin typeface="TeX Gyre Adventor"/>
                <a:ea typeface="TeX Gyre Adventor"/>
                <a:cs typeface="TeX Gyre Adventor"/>
              </a:defRPr>
            </a:defPPr>
            <a:lvl1pPr algn="l">
              <a:defRPr sz="1125" b="0" i="0">
                <a:solidFill>
                  <a:srgbClr val="21281F"/>
                </a:solidFill>
                <a:latin typeface="TeX Gyre Adventor"/>
                <a:ea typeface="TeX Gyre Adventor"/>
                <a:cs typeface="TeX Gyre Adventor"/>
              </a:defRPr>
            </a:lvl1pPr>
            <a:lvl2pPr algn="l">
              <a:defRPr sz="1125" b="0" i="0">
                <a:solidFill>
                  <a:srgbClr val="21281F"/>
                </a:solidFill>
                <a:latin typeface="TeX Gyre Adventor"/>
                <a:ea typeface="TeX Gyre Adventor"/>
                <a:cs typeface="TeX Gyre Adventor"/>
              </a:defRPr>
            </a:lvl2pPr>
            <a:lvl3pPr algn="l">
              <a:defRPr sz="1125" b="0" i="0">
                <a:solidFill>
                  <a:srgbClr val="21281F"/>
                </a:solidFill>
                <a:latin typeface="TeX Gyre Adventor"/>
                <a:ea typeface="TeX Gyre Adventor"/>
                <a:cs typeface="TeX Gyre Adventor"/>
              </a:defRPr>
            </a:lvl3pPr>
            <a:lvl4pPr algn="l">
              <a:defRPr sz="1125" b="0" i="0">
                <a:solidFill>
                  <a:srgbClr val="21281F"/>
                </a:solidFill>
                <a:latin typeface="TeX Gyre Adventor"/>
                <a:ea typeface="TeX Gyre Adventor"/>
                <a:cs typeface="TeX Gyre Adventor"/>
              </a:defRPr>
            </a:lvl4pPr>
            <a:lvl5pPr algn="l">
              <a:defRPr sz="1125" b="0" i="0">
                <a:solidFill>
                  <a:srgbClr val="21281F"/>
                </a:solidFill>
                <a:latin typeface="TeX Gyre Adventor"/>
                <a:ea typeface="TeX Gyre Adventor"/>
                <a:cs typeface="TeX Gyre Adventor"/>
              </a:defRPr>
            </a:lvl5pPr>
            <a:lvl6pPr algn="l">
              <a:defRPr sz="1125" b="0" i="0">
                <a:solidFill>
                  <a:srgbClr val="21281F"/>
                </a:solidFill>
                <a:latin typeface="TeX Gyre Adventor"/>
                <a:ea typeface="TeX Gyre Adventor"/>
                <a:cs typeface="TeX Gyre Adventor"/>
              </a:defRPr>
            </a:lvl6pPr>
            <a:lvl7pPr algn="l">
              <a:defRPr sz="1125" b="0" i="0">
                <a:solidFill>
                  <a:srgbClr val="21281F"/>
                </a:solidFill>
                <a:latin typeface="TeX Gyre Adventor"/>
                <a:ea typeface="TeX Gyre Adventor"/>
                <a:cs typeface="TeX Gyre Adventor"/>
              </a:defRPr>
            </a:lvl7pPr>
            <a:lvl8pPr algn="l">
              <a:defRPr sz="1125" b="0" i="0">
                <a:solidFill>
                  <a:srgbClr val="21281F"/>
                </a:solidFill>
                <a:latin typeface="TeX Gyre Adventor"/>
                <a:ea typeface="TeX Gyre Adventor"/>
                <a:cs typeface="TeX Gyre Adventor"/>
              </a:defRPr>
            </a:lvl8pPr>
            <a:lvl9pPr algn="l">
              <a:defRPr sz="1125" b="0" i="0">
                <a:solidFill>
                  <a:srgbClr val="21281F"/>
                </a:solidFill>
                <a:latin typeface="TeX Gyre Adventor"/>
                <a:ea typeface="TeX Gyre Adventor"/>
                <a:cs typeface="TeX Gyre Adventor"/>
              </a:defRPr>
            </a:lvl9pPr>
          </a:lstStyle>
          <a:p xmlns:a="http://schemas.openxmlformats.org/drawingml/2006/main">
            <a:pPr algn="l">
              <a:defRPr sz="1125" b="0" i="0">
                <a:solidFill>
                  <a:srgbClr val="21281F"/>
                </a:solidFill>
                <a:latin typeface="TeX Gyre Adventor"/>
                <a:ea typeface="TeX Gyre Adventor"/>
                <a:cs typeface="TeX Gyre Adventor"/>
              </a:defRPr>
            </a:pPr>
            <a:r>
              <a:rPr sz="1125" b="0" i="0">
                <a:solidFill>
                  <a:srgbClr val="21281F"/>
                </a:solidFill>
                <a:latin typeface="TeX Gyre Adventor"/>
                <a:ea typeface="TeX Gyre Adventor"/>
                <a:cs typeface="TeX Gyre Adventor"/>
              </a:rPr>
              <a:t>TinyFish workflow and failure handling</a:t>
            </a:r>
          </a:p>
        </p:txBody>
      </p:sp>
      <p:sp>
        <p:nvSpPr>
          <p:cNvPr id="9" name="element-114">
            <a:extLst xmlns:a="http://schemas.openxmlformats.org/drawingml/2006/main">
              <a:ext uri="{FF2B5EF4-FFF2-40B4-BE49-F238E27FC236}">
                <a16:creationId xmlns:a16="http://schemas.microsoft.com/office/drawing/2014/main" id="{3D606526-A66E-4816-B947-618B3000F0ED}"/>
              </a:ext>
            </a:extLst>
          </p:cNvPr>
          <p:cNvSpPr>
            <a:spLocks xmlns:a="http://schemas.openxmlformats.org/drawingml/2006/main" noGrp="1"/>
          </p:cNvSpPr>
          <p:nvPr/>
        </p:nvSpPr>
        <p:spPr>
          <a:xfrm xmlns:a="http://schemas.openxmlformats.org/drawingml/2006/main">
            <a:off x="514350" y="35242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i="0">
                <a:solidFill>
                  <a:srgbClr val="21281F"/>
                </a:solidFill>
                <a:latin typeface="TeX Gyre Schola"/>
                <a:ea typeface="TeX Gyre Schola"/>
                <a:cs typeface="TeX Gyre Schola"/>
              </a:defRPr>
            </a:defPPr>
            <a:lvl1pPr algn="l">
              <a:defRPr sz="1725" b="1" i="0">
                <a:solidFill>
                  <a:srgbClr val="21281F"/>
                </a:solidFill>
                <a:latin typeface="TeX Gyre Schola"/>
                <a:ea typeface="TeX Gyre Schola"/>
                <a:cs typeface="TeX Gyre Schola"/>
              </a:defRPr>
            </a:lvl1pPr>
            <a:lvl2pPr algn="l">
              <a:defRPr sz="1725" b="1" i="0">
                <a:solidFill>
                  <a:srgbClr val="21281F"/>
                </a:solidFill>
                <a:latin typeface="TeX Gyre Schola"/>
                <a:ea typeface="TeX Gyre Schola"/>
                <a:cs typeface="TeX Gyre Schola"/>
              </a:defRPr>
            </a:lvl2pPr>
            <a:lvl3pPr algn="l">
              <a:defRPr sz="1725" b="1" i="0">
                <a:solidFill>
                  <a:srgbClr val="21281F"/>
                </a:solidFill>
                <a:latin typeface="TeX Gyre Schola"/>
                <a:ea typeface="TeX Gyre Schola"/>
                <a:cs typeface="TeX Gyre Schola"/>
              </a:defRPr>
            </a:lvl3pPr>
            <a:lvl4pPr algn="l">
              <a:defRPr sz="1725" b="1" i="0">
                <a:solidFill>
                  <a:srgbClr val="21281F"/>
                </a:solidFill>
                <a:latin typeface="TeX Gyre Schola"/>
                <a:ea typeface="TeX Gyre Schola"/>
                <a:cs typeface="TeX Gyre Schola"/>
              </a:defRPr>
            </a:lvl4pPr>
            <a:lvl5pPr algn="l">
              <a:defRPr sz="1725" b="1" i="0">
                <a:solidFill>
                  <a:srgbClr val="21281F"/>
                </a:solidFill>
                <a:latin typeface="TeX Gyre Schola"/>
                <a:ea typeface="TeX Gyre Schola"/>
                <a:cs typeface="TeX Gyre Schola"/>
              </a:defRPr>
            </a:lvl5pPr>
            <a:lvl6pPr algn="l">
              <a:defRPr sz="1725" b="1" i="0">
                <a:solidFill>
                  <a:srgbClr val="21281F"/>
                </a:solidFill>
                <a:latin typeface="TeX Gyre Schola"/>
                <a:ea typeface="TeX Gyre Schola"/>
                <a:cs typeface="TeX Gyre Schola"/>
              </a:defRPr>
            </a:lvl6pPr>
            <a:lvl7pPr algn="l">
              <a:defRPr sz="1725" b="1" i="0">
                <a:solidFill>
                  <a:srgbClr val="21281F"/>
                </a:solidFill>
                <a:latin typeface="TeX Gyre Schola"/>
                <a:ea typeface="TeX Gyre Schola"/>
                <a:cs typeface="TeX Gyre Schola"/>
              </a:defRPr>
            </a:lvl7pPr>
            <a:lvl8pPr algn="l">
              <a:defRPr sz="1725" b="1" i="0">
                <a:solidFill>
                  <a:srgbClr val="21281F"/>
                </a:solidFill>
                <a:latin typeface="TeX Gyre Schola"/>
                <a:ea typeface="TeX Gyre Schola"/>
                <a:cs typeface="TeX Gyre Schola"/>
              </a:defRPr>
            </a:lvl8pPr>
            <a:lvl9pPr algn="l">
              <a:defRPr sz="1725" b="1" i="0">
                <a:solidFill>
                  <a:srgbClr val="21281F"/>
                </a:solidFill>
                <a:latin typeface="TeX Gyre Schola"/>
                <a:ea typeface="TeX Gyre Schola"/>
                <a:cs typeface="TeX Gyre Schola"/>
              </a:defRPr>
            </a:lvl9pPr>
          </a:lstStyle>
          <a:p xmlns:a="http://schemas.openxmlformats.org/drawingml/2006/main">
            <a:pPr algn="l">
              <a:defRPr sz="1725" b="1" i="0">
                <a:solidFill>
                  <a:srgbClr val="21281F"/>
                </a:solidFill>
                <a:latin typeface="TeX Gyre Schola"/>
                <a:ea typeface="TeX Gyre Schola"/>
                <a:cs typeface="TeX Gyre Schola"/>
              </a:defRPr>
            </a:pPr>
            <a:r>
              <a:rPr sz="1725" b="1" i="0">
                <a:solidFill>
                  <a:srgbClr val="21281F"/>
                </a:solidFill>
                <a:latin typeface="TeX Gyre Schola"/>
                <a:ea typeface="TeX Gyre Schola"/>
                <a:cs typeface="TeX Gyre Schola"/>
              </a:rPr>
              <a:t>Vanshika Pasi</a:t>
            </a:r>
          </a:p>
        </p:txBody>
      </p:sp>
      <p:sp>
        <p:nvSpPr>
          <p:cNvPr id="10" name="element-115">
            <a:extLst xmlns:a="http://schemas.openxmlformats.org/drawingml/2006/main">
              <a:ext uri="{FF2B5EF4-FFF2-40B4-BE49-F238E27FC236}">
                <a16:creationId xmlns:a16="http://schemas.microsoft.com/office/drawing/2014/main" id="{4B73417E-0E3F-49B4-AE47-F582548CC054}"/>
              </a:ext>
            </a:extLst>
          </p:cNvPr>
          <p:cNvSpPr>
            <a:spLocks xmlns:a="http://schemas.openxmlformats.org/drawingml/2006/main" noGrp="1"/>
          </p:cNvSpPr>
          <p:nvPr/>
        </p:nvSpPr>
        <p:spPr>
          <a:xfrm xmlns:a="http://schemas.openxmlformats.org/drawingml/2006/main">
            <a:off x="514350" y="380047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21281F"/>
                </a:solidFill>
                <a:latin typeface="TeX Gyre Adventor"/>
                <a:ea typeface="TeX Gyre Adventor"/>
                <a:cs typeface="TeX Gyre Adventor"/>
              </a:defRPr>
            </a:defPPr>
            <a:lvl1pPr algn="l">
              <a:defRPr sz="1125" b="0" i="0">
                <a:solidFill>
                  <a:srgbClr val="21281F"/>
                </a:solidFill>
                <a:latin typeface="TeX Gyre Adventor"/>
                <a:ea typeface="TeX Gyre Adventor"/>
                <a:cs typeface="TeX Gyre Adventor"/>
              </a:defRPr>
            </a:lvl1pPr>
            <a:lvl2pPr algn="l">
              <a:defRPr sz="1125" b="0" i="0">
                <a:solidFill>
                  <a:srgbClr val="21281F"/>
                </a:solidFill>
                <a:latin typeface="TeX Gyre Adventor"/>
                <a:ea typeface="TeX Gyre Adventor"/>
                <a:cs typeface="TeX Gyre Adventor"/>
              </a:defRPr>
            </a:lvl2pPr>
            <a:lvl3pPr algn="l">
              <a:defRPr sz="1125" b="0" i="0">
                <a:solidFill>
                  <a:srgbClr val="21281F"/>
                </a:solidFill>
                <a:latin typeface="TeX Gyre Adventor"/>
                <a:ea typeface="TeX Gyre Adventor"/>
                <a:cs typeface="TeX Gyre Adventor"/>
              </a:defRPr>
            </a:lvl3pPr>
            <a:lvl4pPr algn="l">
              <a:defRPr sz="1125" b="0" i="0">
                <a:solidFill>
                  <a:srgbClr val="21281F"/>
                </a:solidFill>
                <a:latin typeface="TeX Gyre Adventor"/>
                <a:ea typeface="TeX Gyre Adventor"/>
                <a:cs typeface="TeX Gyre Adventor"/>
              </a:defRPr>
            </a:lvl4pPr>
            <a:lvl5pPr algn="l">
              <a:defRPr sz="1125" b="0" i="0">
                <a:solidFill>
                  <a:srgbClr val="21281F"/>
                </a:solidFill>
                <a:latin typeface="TeX Gyre Adventor"/>
                <a:ea typeface="TeX Gyre Adventor"/>
                <a:cs typeface="TeX Gyre Adventor"/>
              </a:defRPr>
            </a:lvl5pPr>
            <a:lvl6pPr algn="l">
              <a:defRPr sz="1125" b="0" i="0">
                <a:solidFill>
                  <a:srgbClr val="21281F"/>
                </a:solidFill>
                <a:latin typeface="TeX Gyre Adventor"/>
                <a:ea typeface="TeX Gyre Adventor"/>
                <a:cs typeface="TeX Gyre Adventor"/>
              </a:defRPr>
            </a:lvl6pPr>
            <a:lvl7pPr algn="l">
              <a:defRPr sz="1125" b="0" i="0">
                <a:solidFill>
                  <a:srgbClr val="21281F"/>
                </a:solidFill>
                <a:latin typeface="TeX Gyre Adventor"/>
                <a:ea typeface="TeX Gyre Adventor"/>
                <a:cs typeface="TeX Gyre Adventor"/>
              </a:defRPr>
            </a:lvl7pPr>
            <a:lvl8pPr algn="l">
              <a:defRPr sz="1125" b="0" i="0">
                <a:solidFill>
                  <a:srgbClr val="21281F"/>
                </a:solidFill>
                <a:latin typeface="TeX Gyre Adventor"/>
                <a:ea typeface="TeX Gyre Adventor"/>
                <a:cs typeface="TeX Gyre Adventor"/>
              </a:defRPr>
            </a:lvl8pPr>
            <a:lvl9pPr algn="l">
              <a:defRPr sz="1125" b="0" i="0">
                <a:solidFill>
                  <a:srgbClr val="21281F"/>
                </a:solidFill>
                <a:latin typeface="TeX Gyre Adventor"/>
                <a:ea typeface="TeX Gyre Adventor"/>
                <a:cs typeface="TeX Gyre Adventor"/>
              </a:defRPr>
            </a:lvl9pPr>
          </a:lstStyle>
          <a:p xmlns:a="http://schemas.openxmlformats.org/drawingml/2006/main">
            <a:pPr algn="l">
              <a:defRPr sz="1125" b="0" i="0">
                <a:solidFill>
                  <a:srgbClr val="21281F"/>
                </a:solidFill>
                <a:latin typeface="TeX Gyre Adventor"/>
                <a:ea typeface="TeX Gyre Adventor"/>
                <a:cs typeface="TeX Gyre Adventor"/>
              </a:defRPr>
            </a:pPr>
            <a:r>
              <a:rPr sz="1125" b="0" i="0">
                <a:solidFill>
                  <a:srgbClr val="21281F"/>
                </a:solidFill>
                <a:latin typeface="TeX Gyre Adventor"/>
                <a:ea typeface="TeX Gyre Adventor"/>
                <a:cs typeface="TeX Gyre Adventor"/>
              </a:rPr>
              <a:t>Design, editor and review experience</a:t>
            </a:r>
          </a:p>
        </p:txBody>
      </p:sp>
      <p:sp>
        <p:nvSpPr>
          <p:cNvPr id="11" name="element-116">
            <a:extLst xmlns:a="http://schemas.openxmlformats.org/drawingml/2006/main">
              <a:ext uri="{FF2B5EF4-FFF2-40B4-BE49-F238E27FC236}">
                <a16:creationId xmlns:a16="http://schemas.microsoft.com/office/drawing/2014/main" id="{8A0FA1EC-36B4-4E2F-AE5C-B3D26662A274}"/>
              </a:ext>
            </a:extLst>
          </p:cNvPr>
          <p:cNvSpPr>
            <a:spLocks xmlns:a="http://schemas.openxmlformats.org/drawingml/2006/main" noGrp="1"/>
          </p:cNvSpPr>
          <p:nvPr/>
        </p:nvSpPr>
        <p:spPr>
          <a:xfrm xmlns:a="http://schemas.openxmlformats.org/drawingml/2006/main">
            <a:off x="5048250" y="1323975"/>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CURRENT EVIDENCE</a:t>
            </a:r>
          </a:p>
        </p:txBody>
      </p:sp>
      <p:sp>
        <p:nvSpPr>
          <p:cNvPr id="12" name="element-117">
            <a:extLst xmlns:a="http://schemas.openxmlformats.org/drawingml/2006/main">
              <a:ext uri="{FF2B5EF4-FFF2-40B4-BE49-F238E27FC236}">
                <a16:creationId xmlns:a16="http://schemas.microsoft.com/office/drawing/2014/main" id="{950DD620-697E-40E6-8FFA-DF178F349698}"/>
              </a:ext>
            </a:extLst>
          </p:cNvPr>
          <p:cNvSpPr>
            <a:spLocks xmlns:a="http://schemas.openxmlformats.org/drawingml/2006/main" noGrp="1"/>
          </p:cNvSpPr>
          <p:nvPr/>
        </p:nvSpPr>
        <p:spPr>
          <a:xfrm xmlns:a="http://schemas.openxmlformats.org/drawingml/2006/main">
            <a:off x="5048250" y="1628775"/>
            <a:ext cx="762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i="0">
                <a:solidFill>
                  <a:srgbClr val="21281F"/>
                </a:solidFill>
                <a:latin typeface="TeX Gyre Schola"/>
                <a:ea typeface="TeX Gyre Schola"/>
                <a:cs typeface="TeX Gyre Schola"/>
              </a:defRPr>
            </a:defPPr>
            <a:lvl1pPr algn="l">
              <a:defRPr sz="3075" b="1" i="0">
                <a:solidFill>
                  <a:srgbClr val="21281F"/>
                </a:solidFill>
                <a:latin typeface="TeX Gyre Schola"/>
                <a:ea typeface="TeX Gyre Schola"/>
                <a:cs typeface="TeX Gyre Schola"/>
              </a:defRPr>
            </a:lvl1pPr>
            <a:lvl2pPr algn="l">
              <a:defRPr sz="3075" b="1" i="0">
                <a:solidFill>
                  <a:srgbClr val="21281F"/>
                </a:solidFill>
                <a:latin typeface="TeX Gyre Schola"/>
                <a:ea typeface="TeX Gyre Schola"/>
                <a:cs typeface="TeX Gyre Schola"/>
              </a:defRPr>
            </a:lvl2pPr>
            <a:lvl3pPr algn="l">
              <a:defRPr sz="3075" b="1" i="0">
                <a:solidFill>
                  <a:srgbClr val="21281F"/>
                </a:solidFill>
                <a:latin typeface="TeX Gyre Schola"/>
                <a:ea typeface="TeX Gyre Schola"/>
                <a:cs typeface="TeX Gyre Schola"/>
              </a:defRPr>
            </a:lvl3pPr>
            <a:lvl4pPr algn="l">
              <a:defRPr sz="3075" b="1" i="0">
                <a:solidFill>
                  <a:srgbClr val="21281F"/>
                </a:solidFill>
                <a:latin typeface="TeX Gyre Schola"/>
                <a:ea typeface="TeX Gyre Schola"/>
                <a:cs typeface="TeX Gyre Schola"/>
              </a:defRPr>
            </a:lvl4pPr>
            <a:lvl5pPr algn="l">
              <a:defRPr sz="3075" b="1" i="0">
                <a:solidFill>
                  <a:srgbClr val="21281F"/>
                </a:solidFill>
                <a:latin typeface="TeX Gyre Schola"/>
                <a:ea typeface="TeX Gyre Schola"/>
                <a:cs typeface="TeX Gyre Schola"/>
              </a:defRPr>
            </a:lvl5pPr>
            <a:lvl6pPr algn="l">
              <a:defRPr sz="3075" b="1" i="0">
                <a:solidFill>
                  <a:srgbClr val="21281F"/>
                </a:solidFill>
                <a:latin typeface="TeX Gyre Schola"/>
                <a:ea typeface="TeX Gyre Schola"/>
                <a:cs typeface="TeX Gyre Schola"/>
              </a:defRPr>
            </a:lvl6pPr>
            <a:lvl7pPr algn="l">
              <a:defRPr sz="3075" b="1" i="0">
                <a:solidFill>
                  <a:srgbClr val="21281F"/>
                </a:solidFill>
                <a:latin typeface="TeX Gyre Schola"/>
                <a:ea typeface="TeX Gyre Schola"/>
                <a:cs typeface="TeX Gyre Schola"/>
              </a:defRPr>
            </a:lvl7pPr>
            <a:lvl8pPr algn="l">
              <a:defRPr sz="3075" b="1" i="0">
                <a:solidFill>
                  <a:srgbClr val="21281F"/>
                </a:solidFill>
                <a:latin typeface="TeX Gyre Schola"/>
                <a:ea typeface="TeX Gyre Schola"/>
                <a:cs typeface="TeX Gyre Schola"/>
              </a:defRPr>
            </a:lvl8pPr>
            <a:lvl9pPr algn="l">
              <a:defRPr sz="3075" b="1" i="0">
                <a:solidFill>
                  <a:srgbClr val="21281F"/>
                </a:solidFill>
                <a:latin typeface="TeX Gyre Schola"/>
                <a:ea typeface="TeX Gyre Schola"/>
                <a:cs typeface="TeX Gyre Schola"/>
              </a:defRPr>
            </a:lvl9pPr>
          </a:lstStyle>
          <a:p xmlns:a="http://schemas.openxmlformats.org/drawingml/2006/main">
            <a:pPr algn="l">
              <a:defRPr sz="3075" b="1" i="0">
                <a:solidFill>
                  <a:srgbClr val="21281F"/>
                </a:solidFill>
                <a:latin typeface="TeX Gyre Schola"/>
                <a:ea typeface="TeX Gyre Schola"/>
                <a:cs typeface="TeX Gyre Schola"/>
              </a:defRPr>
            </a:pPr>
            <a:r>
              <a:rPr sz="3075" b="1" i="0">
                <a:solidFill>
                  <a:srgbClr val="21281F"/>
                </a:solidFill>
                <a:latin typeface="TeX Gyre Schola"/>
                <a:ea typeface="TeX Gyre Schola"/>
                <a:cs typeface="TeX Gyre Schola"/>
              </a:rPr>
              <a:t>85</a:t>
            </a:r>
          </a:p>
        </p:txBody>
      </p:sp>
      <p:sp>
        <p:nvSpPr>
          <p:cNvPr id="13" name="element-118">
            <a:extLst xmlns:a="http://schemas.openxmlformats.org/drawingml/2006/main">
              <a:ext uri="{FF2B5EF4-FFF2-40B4-BE49-F238E27FC236}">
                <a16:creationId xmlns:a16="http://schemas.microsoft.com/office/drawing/2014/main" id="{1BCF8E36-CB33-49CF-9191-371CEE3D0D85}"/>
              </a:ext>
            </a:extLst>
          </p:cNvPr>
          <p:cNvSpPr>
            <a:spLocks xmlns:a="http://schemas.openxmlformats.org/drawingml/2006/main" noGrp="1"/>
          </p:cNvSpPr>
          <p:nvPr/>
        </p:nvSpPr>
        <p:spPr>
          <a:xfrm xmlns:a="http://schemas.openxmlformats.org/drawingml/2006/main">
            <a:off x="5934075" y="1666875"/>
            <a:ext cx="26860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21281F"/>
                </a:solidFill>
                <a:latin typeface="TeX Gyre Adventor"/>
                <a:ea typeface="TeX Gyre Adventor"/>
                <a:cs typeface="TeX Gyre Adventor"/>
              </a:defRPr>
            </a:defPPr>
            <a:lvl1pPr algn="l">
              <a:defRPr sz="1200" b="0" i="0">
                <a:solidFill>
                  <a:srgbClr val="21281F"/>
                </a:solidFill>
                <a:latin typeface="TeX Gyre Adventor"/>
                <a:ea typeface="TeX Gyre Adventor"/>
                <a:cs typeface="TeX Gyre Adventor"/>
              </a:defRPr>
            </a:lvl1pPr>
            <a:lvl2pPr algn="l">
              <a:defRPr sz="1200" b="0" i="0">
                <a:solidFill>
                  <a:srgbClr val="21281F"/>
                </a:solidFill>
                <a:latin typeface="TeX Gyre Adventor"/>
                <a:ea typeface="TeX Gyre Adventor"/>
                <a:cs typeface="TeX Gyre Adventor"/>
              </a:defRPr>
            </a:lvl2pPr>
            <a:lvl3pPr algn="l">
              <a:defRPr sz="1200" b="0" i="0">
                <a:solidFill>
                  <a:srgbClr val="21281F"/>
                </a:solidFill>
                <a:latin typeface="TeX Gyre Adventor"/>
                <a:ea typeface="TeX Gyre Adventor"/>
                <a:cs typeface="TeX Gyre Adventor"/>
              </a:defRPr>
            </a:lvl3pPr>
            <a:lvl4pPr algn="l">
              <a:defRPr sz="1200" b="0" i="0">
                <a:solidFill>
                  <a:srgbClr val="21281F"/>
                </a:solidFill>
                <a:latin typeface="TeX Gyre Adventor"/>
                <a:ea typeface="TeX Gyre Adventor"/>
                <a:cs typeface="TeX Gyre Adventor"/>
              </a:defRPr>
            </a:lvl4pPr>
            <a:lvl5pPr algn="l">
              <a:defRPr sz="1200" b="0" i="0">
                <a:solidFill>
                  <a:srgbClr val="21281F"/>
                </a:solidFill>
                <a:latin typeface="TeX Gyre Adventor"/>
                <a:ea typeface="TeX Gyre Adventor"/>
                <a:cs typeface="TeX Gyre Adventor"/>
              </a:defRPr>
            </a:lvl5pPr>
            <a:lvl6pPr algn="l">
              <a:defRPr sz="1200" b="0" i="0">
                <a:solidFill>
                  <a:srgbClr val="21281F"/>
                </a:solidFill>
                <a:latin typeface="TeX Gyre Adventor"/>
                <a:ea typeface="TeX Gyre Adventor"/>
                <a:cs typeface="TeX Gyre Adventor"/>
              </a:defRPr>
            </a:lvl6pPr>
            <a:lvl7pPr algn="l">
              <a:defRPr sz="1200" b="0" i="0">
                <a:solidFill>
                  <a:srgbClr val="21281F"/>
                </a:solidFill>
                <a:latin typeface="TeX Gyre Adventor"/>
                <a:ea typeface="TeX Gyre Adventor"/>
                <a:cs typeface="TeX Gyre Adventor"/>
              </a:defRPr>
            </a:lvl7pPr>
            <a:lvl8pPr algn="l">
              <a:defRPr sz="1200" b="0" i="0">
                <a:solidFill>
                  <a:srgbClr val="21281F"/>
                </a:solidFill>
                <a:latin typeface="TeX Gyre Adventor"/>
                <a:ea typeface="TeX Gyre Adventor"/>
                <a:cs typeface="TeX Gyre Adventor"/>
              </a:defRPr>
            </a:lvl8pPr>
            <a:lvl9pPr algn="l">
              <a:defRPr sz="1200" b="0" i="0">
                <a:solidFill>
                  <a:srgbClr val="21281F"/>
                </a:solidFill>
                <a:latin typeface="TeX Gyre Adventor"/>
                <a:ea typeface="TeX Gyre Adventor"/>
                <a:cs typeface="TeX Gyre Adventor"/>
              </a:defRPr>
            </a:lvl9pPr>
          </a:lstStyle>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automated tests passing</a:t>
            </a:r>
          </a:p>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Customer build and type checks pass</a:t>
            </a:r>
          </a:p>
        </p:txBody>
      </p:sp>
      <p:sp>
        <p:nvSpPr>
          <p:cNvPr id="14" name="element-119">
            <a:extLst xmlns:a="http://schemas.openxmlformats.org/drawingml/2006/main">
              <a:ext uri="{FF2B5EF4-FFF2-40B4-BE49-F238E27FC236}">
                <a16:creationId xmlns:a16="http://schemas.microsoft.com/office/drawing/2014/main" id="{34A024B8-2EA5-444D-838D-211A2CA2014A}"/>
              </a:ext>
            </a:extLst>
          </p:cNvPr>
          <p:cNvSpPr>
            <a:spLocks xmlns:a="http://schemas.openxmlformats.org/drawingml/2006/main" noGrp="1"/>
          </p:cNvSpPr>
          <p:nvPr/>
        </p:nvSpPr>
        <p:spPr>
          <a:xfrm xmlns:a="http://schemas.openxmlformats.org/drawingml/2006/main">
            <a:off x="5048250" y="2276475"/>
            <a:ext cx="762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i="0">
                <a:solidFill>
                  <a:srgbClr val="21281F"/>
                </a:solidFill>
                <a:latin typeface="TeX Gyre Schola"/>
                <a:ea typeface="TeX Gyre Schola"/>
                <a:cs typeface="TeX Gyre Schola"/>
              </a:defRPr>
            </a:defPPr>
            <a:lvl1pPr algn="l">
              <a:defRPr sz="3075" b="1" i="0">
                <a:solidFill>
                  <a:srgbClr val="21281F"/>
                </a:solidFill>
                <a:latin typeface="TeX Gyre Schola"/>
                <a:ea typeface="TeX Gyre Schola"/>
                <a:cs typeface="TeX Gyre Schola"/>
              </a:defRPr>
            </a:lvl1pPr>
            <a:lvl2pPr algn="l">
              <a:defRPr sz="3075" b="1" i="0">
                <a:solidFill>
                  <a:srgbClr val="21281F"/>
                </a:solidFill>
                <a:latin typeface="TeX Gyre Schola"/>
                <a:ea typeface="TeX Gyre Schola"/>
                <a:cs typeface="TeX Gyre Schola"/>
              </a:defRPr>
            </a:lvl2pPr>
            <a:lvl3pPr algn="l">
              <a:defRPr sz="3075" b="1" i="0">
                <a:solidFill>
                  <a:srgbClr val="21281F"/>
                </a:solidFill>
                <a:latin typeface="TeX Gyre Schola"/>
                <a:ea typeface="TeX Gyre Schola"/>
                <a:cs typeface="TeX Gyre Schola"/>
              </a:defRPr>
            </a:lvl3pPr>
            <a:lvl4pPr algn="l">
              <a:defRPr sz="3075" b="1" i="0">
                <a:solidFill>
                  <a:srgbClr val="21281F"/>
                </a:solidFill>
                <a:latin typeface="TeX Gyre Schola"/>
                <a:ea typeface="TeX Gyre Schola"/>
                <a:cs typeface="TeX Gyre Schola"/>
              </a:defRPr>
            </a:lvl4pPr>
            <a:lvl5pPr algn="l">
              <a:defRPr sz="3075" b="1" i="0">
                <a:solidFill>
                  <a:srgbClr val="21281F"/>
                </a:solidFill>
                <a:latin typeface="TeX Gyre Schola"/>
                <a:ea typeface="TeX Gyre Schola"/>
                <a:cs typeface="TeX Gyre Schola"/>
              </a:defRPr>
            </a:lvl5pPr>
            <a:lvl6pPr algn="l">
              <a:defRPr sz="3075" b="1" i="0">
                <a:solidFill>
                  <a:srgbClr val="21281F"/>
                </a:solidFill>
                <a:latin typeface="TeX Gyre Schola"/>
                <a:ea typeface="TeX Gyre Schola"/>
                <a:cs typeface="TeX Gyre Schola"/>
              </a:defRPr>
            </a:lvl6pPr>
            <a:lvl7pPr algn="l">
              <a:defRPr sz="3075" b="1" i="0">
                <a:solidFill>
                  <a:srgbClr val="21281F"/>
                </a:solidFill>
                <a:latin typeface="TeX Gyre Schola"/>
                <a:ea typeface="TeX Gyre Schola"/>
                <a:cs typeface="TeX Gyre Schola"/>
              </a:defRPr>
            </a:lvl7pPr>
            <a:lvl8pPr algn="l">
              <a:defRPr sz="3075" b="1" i="0">
                <a:solidFill>
                  <a:srgbClr val="21281F"/>
                </a:solidFill>
                <a:latin typeface="TeX Gyre Schola"/>
                <a:ea typeface="TeX Gyre Schola"/>
                <a:cs typeface="TeX Gyre Schola"/>
              </a:defRPr>
            </a:lvl8pPr>
            <a:lvl9pPr algn="l">
              <a:defRPr sz="3075" b="1" i="0">
                <a:solidFill>
                  <a:srgbClr val="21281F"/>
                </a:solidFill>
                <a:latin typeface="TeX Gyre Schola"/>
                <a:ea typeface="TeX Gyre Schola"/>
                <a:cs typeface="TeX Gyre Schola"/>
              </a:defRPr>
            </a:lvl9pPr>
          </a:lstStyle>
          <a:p xmlns:a="http://schemas.openxmlformats.org/drawingml/2006/main">
            <a:pPr algn="l">
              <a:defRPr sz="3075" b="1" i="0">
                <a:solidFill>
                  <a:srgbClr val="21281F"/>
                </a:solidFill>
                <a:latin typeface="TeX Gyre Schola"/>
                <a:ea typeface="TeX Gyre Schola"/>
                <a:cs typeface="TeX Gyre Schola"/>
              </a:defRPr>
            </a:pPr>
            <a:r>
              <a:rPr sz="3075" b="1" i="0">
                <a:solidFill>
                  <a:srgbClr val="21281F"/>
                </a:solidFill>
                <a:latin typeface="TeX Gyre Schola"/>
                <a:ea typeface="TeX Gyre Schola"/>
                <a:cs typeface="TeX Gyre Schola"/>
              </a:rPr>
              <a:t>5</a:t>
            </a:r>
          </a:p>
        </p:txBody>
      </p:sp>
      <p:sp>
        <p:nvSpPr>
          <p:cNvPr id="15" name="element-120">
            <a:extLst xmlns:a="http://schemas.openxmlformats.org/drawingml/2006/main">
              <a:ext uri="{FF2B5EF4-FFF2-40B4-BE49-F238E27FC236}">
                <a16:creationId xmlns:a16="http://schemas.microsoft.com/office/drawing/2014/main" id="{057B50EB-0556-4A3A-87BF-C2AB5C8312B4}"/>
              </a:ext>
            </a:extLst>
          </p:cNvPr>
          <p:cNvSpPr>
            <a:spLocks xmlns:a="http://schemas.openxmlformats.org/drawingml/2006/main" noGrp="1"/>
          </p:cNvSpPr>
          <p:nvPr/>
        </p:nvSpPr>
        <p:spPr>
          <a:xfrm xmlns:a="http://schemas.openxmlformats.org/drawingml/2006/main">
            <a:off x="5934075" y="2314575"/>
            <a:ext cx="2686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21281F"/>
                </a:solidFill>
                <a:latin typeface="TeX Gyre Adventor"/>
                <a:ea typeface="TeX Gyre Adventor"/>
                <a:cs typeface="TeX Gyre Adventor"/>
              </a:defRPr>
            </a:defPPr>
            <a:lvl1pPr algn="l">
              <a:defRPr sz="1200" b="0" i="0">
                <a:solidFill>
                  <a:srgbClr val="21281F"/>
                </a:solidFill>
                <a:latin typeface="TeX Gyre Adventor"/>
                <a:ea typeface="TeX Gyre Adventor"/>
                <a:cs typeface="TeX Gyre Adventor"/>
              </a:defRPr>
            </a:lvl1pPr>
            <a:lvl2pPr algn="l">
              <a:defRPr sz="1200" b="0" i="0">
                <a:solidFill>
                  <a:srgbClr val="21281F"/>
                </a:solidFill>
                <a:latin typeface="TeX Gyre Adventor"/>
                <a:ea typeface="TeX Gyre Adventor"/>
                <a:cs typeface="TeX Gyre Adventor"/>
              </a:defRPr>
            </a:lvl2pPr>
            <a:lvl3pPr algn="l">
              <a:defRPr sz="1200" b="0" i="0">
                <a:solidFill>
                  <a:srgbClr val="21281F"/>
                </a:solidFill>
                <a:latin typeface="TeX Gyre Adventor"/>
                <a:ea typeface="TeX Gyre Adventor"/>
                <a:cs typeface="TeX Gyre Adventor"/>
              </a:defRPr>
            </a:lvl3pPr>
            <a:lvl4pPr algn="l">
              <a:defRPr sz="1200" b="0" i="0">
                <a:solidFill>
                  <a:srgbClr val="21281F"/>
                </a:solidFill>
                <a:latin typeface="TeX Gyre Adventor"/>
                <a:ea typeface="TeX Gyre Adventor"/>
                <a:cs typeface="TeX Gyre Adventor"/>
              </a:defRPr>
            </a:lvl4pPr>
            <a:lvl5pPr algn="l">
              <a:defRPr sz="1200" b="0" i="0">
                <a:solidFill>
                  <a:srgbClr val="21281F"/>
                </a:solidFill>
                <a:latin typeface="TeX Gyre Adventor"/>
                <a:ea typeface="TeX Gyre Adventor"/>
                <a:cs typeface="TeX Gyre Adventor"/>
              </a:defRPr>
            </a:lvl5pPr>
            <a:lvl6pPr algn="l">
              <a:defRPr sz="1200" b="0" i="0">
                <a:solidFill>
                  <a:srgbClr val="21281F"/>
                </a:solidFill>
                <a:latin typeface="TeX Gyre Adventor"/>
                <a:ea typeface="TeX Gyre Adventor"/>
                <a:cs typeface="TeX Gyre Adventor"/>
              </a:defRPr>
            </a:lvl6pPr>
            <a:lvl7pPr algn="l">
              <a:defRPr sz="1200" b="0" i="0">
                <a:solidFill>
                  <a:srgbClr val="21281F"/>
                </a:solidFill>
                <a:latin typeface="TeX Gyre Adventor"/>
                <a:ea typeface="TeX Gyre Adventor"/>
                <a:cs typeface="TeX Gyre Adventor"/>
              </a:defRPr>
            </a:lvl7pPr>
            <a:lvl8pPr algn="l">
              <a:defRPr sz="1200" b="0" i="0">
                <a:solidFill>
                  <a:srgbClr val="21281F"/>
                </a:solidFill>
                <a:latin typeface="TeX Gyre Adventor"/>
                <a:ea typeface="TeX Gyre Adventor"/>
                <a:cs typeface="TeX Gyre Adventor"/>
              </a:defRPr>
            </a:lvl8pPr>
            <a:lvl9pPr algn="l">
              <a:defRPr sz="1200" b="0" i="0">
                <a:solidFill>
                  <a:srgbClr val="21281F"/>
                </a:solidFill>
                <a:latin typeface="TeX Gyre Adventor"/>
                <a:ea typeface="TeX Gyre Adventor"/>
                <a:cs typeface="TeX Gyre Adventor"/>
              </a:defRPr>
            </a:lvl9pPr>
          </a:lstStyle>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steps in a live TinyFish provider test</a:t>
            </a:r>
          </a:p>
          <a:p xmlns:a="http://schemas.openxmlformats.org/drawingml/2006/main">
            <a:pPr algn="l">
              <a:defRPr sz="1200" b="0" i="0">
                <a:solidFill>
                  <a:srgbClr val="21281F"/>
                </a:solidFill>
                <a:latin typeface="TeX Gyre Adventor"/>
                <a:ea typeface="TeX Gyre Adventor"/>
                <a:cs typeface="TeX Gyre Adventor"/>
              </a:defRPr>
            </a:pPr>
            <a:r>
              <a:rPr sz="1200" b="0" i="0">
                <a:solidFill>
                  <a:srgbClr val="21281F"/>
                </a:solidFill>
                <a:latin typeface="TeX Gyre Adventor"/>
                <a:ea typeface="TeX Gyre Adventor"/>
                <a:cs typeface="TeX Gyre Adventor"/>
              </a:rPr>
              <a:t>Hosted save/reopen remains to verify</a:t>
            </a:r>
          </a:p>
        </p:txBody>
      </p:sp>
      <p:sp>
        <p:nvSpPr>
          <p:cNvPr id="16" name="element-121">
            <a:extLst xmlns:a="http://schemas.openxmlformats.org/drawingml/2006/main">
              <a:ext uri="{FF2B5EF4-FFF2-40B4-BE49-F238E27FC236}">
                <a16:creationId xmlns:a16="http://schemas.microsoft.com/office/drawing/2014/main" id="{4DE1994D-BA18-4B72-AA3B-167E864BAA1F}"/>
              </a:ext>
            </a:extLst>
          </p:cNvPr>
          <p:cNvSpPr>
            <a:spLocks xmlns:a="http://schemas.openxmlformats.org/drawingml/2006/main" noGrp="1"/>
          </p:cNvSpPr>
          <p:nvPr/>
        </p:nvSpPr>
        <p:spPr>
          <a:xfrm xmlns:a="http://schemas.openxmlformats.org/drawingml/2006/main">
            <a:off x="5048250" y="3019425"/>
            <a:ext cx="3571875" cy="9525"/>
          </a:xfrm>
          <a:prstGeom xmlns:a="http://schemas.openxmlformats.org/drawingml/2006/main" prst="rect">
            <a:avLst/>
          </a:prstGeom>
          <a:solidFill xmlns:a="http://schemas.openxmlformats.org/drawingml/2006/main">
            <a:srgbClr val="DACFC0"/>
          </a:solidFill>
          <a:ln xmlns:a="http://schemas.openxmlformats.org/drawingml/2006/main" w="0">
            <a:noFill/>
            <a:prstDash val="solid"/>
          </a:ln>
        </p:spPr>
      </p:sp>
      <p:sp>
        <p:nvSpPr>
          <p:cNvPr id="17" name="element-122">
            <a:extLst xmlns:a="http://schemas.openxmlformats.org/drawingml/2006/main">
              <a:ext uri="{FF2B5EF4-FFF2-40B4-BE49-F238E27FC236}">
                <a16:creationId xmlns:a16="http://schemas.microsoft.com/office/drawing/2014/main" id="{382AC9BF-29B7-49F9-BAD4-0EE8854266C2}"/>
              </a:ext>
            </a:extLst>
          </p:cNvPr>
          <p:cNvSpPr>
            <a:spLocks xmlns:a="http://schemas.openxmlformats.org/drawingml/2006/main" noGrp="1"/>
          </p:cNvSpPr>
          <p:nvPr/>
        </p:nvSpPr>
        <p:spPr>
          <a:xfrm xmlns:a="http://schemas.openxmlformats.org/drawingml/2006/main">
            <a:off x="5048250" y="3181350"/>
            <a:ext cx="3571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1" i="0">
                <a:solidFill>
                  <a:srgbClr val="BD422C"/>
                </a:solidFill>
                <a:latin typeface="TeX Gyre Adventor"/>
                <a:ea typeface="TeX Gyre Adventor"/>
                <a:cs typeface="TeX Gyre Adventor"/>
              </a:defRPr>
            </a:defPPr>
            <a:lvl1pPr algn="l">
              <a:defRPr sz="938" b="1" i="0">
                <a:solidFill>
                  <a:srgbClr val="BD422C"/>
                </a:solidFill>
                <a:latin typeface="TeX Gyre Adventor"/>
                <a:ea typeface="TeX Gyre Adventor"/>
                <a:cs typeface="TeX Gyre Adventor"/>
              </a:defRPr>
            </a:lvl1pPr>
            <a:lvl2pPr algn="l">
              <a:defRPr sz="938" b="1" i="0">
                <a:solidFill>
                  <a:srgbClr val="BD422C"/>
                </a:solidFill>
                <a:latin typeface="TeX Gyre Adventor"/>
                <a:ea typeface="TeX Gyre Adventor"/>
                <a:cs typeface="TeX Gyre Adventor"/>
              </a:defRPr>
            </a:lvl2pPr>
            <a:lvl3pPr algn="l">
              <a:defRPr sz="938" b="1" i="0">
                <a:solidFill>
                  <a:srgbClr val="BD422C"/>
                </a:solidFill>
                <a:latin typeface="TeX Gyre Adventor"/>
                <a:ea typeface="TeX Gyre Adventor"/>
                <a:cs typeface="TeX Gyre Adventor"/>
              </a:defRPr>
            </a:lvl3pPr>
            <a:lvl4pPr algn="l">
              <a:defRPr sz="938" b="1" i="0">
                <a:solidFill>
                  <a:srgbClr val="BD422C"/>
                </a:solidFill>
                <a:latin typeface="TeX Gyre Adventor"/>
                <a:ea typeface="TeX Gyre Adventor"/>
                <a:cs typeface="TeX Gyre Adventor"/>
              </a:defRPr>
            </a:lvl4pPr>
            <a:lvl5pPr algn="l">
              <a:defRPr sz="938" b="1" i="0">
                <a:solidFill>
                  <a:srgbClr val="BD422C"/>
                </a:solidFill>
                <a:latin typeface="TeX Gyre Adventor"/>
                <a:ea typeface="TeX Gyre Adventor"/>
                <a:cs typeface="TeX Gyre Adventor"/>
              </a:defRPr>
            </a:lvl5pPr>
            <a:lvl6pPr algn="l">
              <a:defRPr sz="938" b="1" i="0">
                <a:solidFill>
                  <a:srgbClr val="BD422C"/>
                </a:solidFill>
                <a:latin typeface="TeX Gyre Adventor"/>
                <a:ea typeface="TeX Gyre Adventor"/>
                <a:cs typeface="TeX Gyre Adventor"/>
              </a:defRPr>
            </a:lvl6pPr>
            <a:lvl7pPr algn="l">
              <a:defRPr sz="938" b="1" i="0">
                <a:solidFill>
                  <a:srgbClr val="BD422C"/>
                </a:solidFill>
                <a:latin typeface="TeX Gyre Adventor"/>
                <a:ea typeface="TeX Gyre Adventor"/>
                <a:cs typeface="TeX Gyre Adventor"/>
              </a:defRPr>
            </a:lvl7pPr>
            <a:lvl8pPr algn="l">
              <a:defRPr sz="938" b="1" i="0">
                <a:solidFill>
                  <a:srgbClr val="BD422C"/>
                </a:solidFill>
                <a:latin typeface="TeX Gyre Adventor"/>
                <a:ea typeface="TeX Gyre Adventor"/>
                <a:cs typeface="TeX Gyre Adventor"/>
              </a:defRPr>
            </a:lvl8pPr>
            <a:lvl9pPr algn="l">
              <a:defRPr sz="938" b="1" i="0">
                <a:solidFill>
                  <a:srgbClr val="BD422C"/>
                </a:solidFill>
                <a:latin typeface="TeX Gyre Adventor"/>
                <a:ea typeface="TeX Gyre Adventor"/>
                <a:cs typeface="TeX Gyre Adventor"/>
              </a:defRPr>
            </a:lvl9pPr>
          </a:lstStyle>
          <a:p xmlns:a="http://schemas.openxmlformats.org/drawingml/2006/main">
            <a:pPr algn="l">
              <a:defRPr sz="938" b="1" i="0">
                <a:solidFill>
                  <a:srgbClr val="BD422C"/>
                </a:solidFill>
                <a:latin typeface="TeX Gyre Adventor"/>
                <a:ea typeface="TeX Gyre Adventor"/>
                <a:cs typeface="TeX Gyre Adventor"/>
              </a:defRPr>
            </a:pPr>
            <a:r>
              <a:rPr sz="938" b="1" i="0">
                <a:solidFill>
                  <a:srgbClr val="BD422C"/>
                </a:solidFill>
                <a:latin typeface="TeX Gyre Adventor"/>
                <a:ea typeface="TeX Gyre Adventor"/>
                <a:cs typeface="TeX Gyre Adventor"/>
              </a:rPr>
              <a:t>NEXT BUILD</a:t>
            </a:r>
          </a:p>
        </p:txBody>
      </p:sp>
      <p:sp>
        <p:nvSpPr>
          <p:cNvPr id="18" name="element-123">
            <a:extLst xmlns:a="http://schemas.openxmlformats.org/drawingml/2006/main">
              <a:ext uri="{FF2B5EF4-FFF2-40B4-BE49-F238E27FC236}">
                <a16:creationId xmlns:a16="http://schemas.microsoft.com/office/drawing/2014/main" id="{798823E3-A465-4C76-8BF9-DD71B8227351}"/>
              </a:ext>
            </a:extLst>
          </p:cNvPr>
          <p:cNvSpPr>
            <a:spLocks xmlns:a="http://schemas.openxmlformats.org/drawingml/2006/main" noGrp="1"/>
          </p:cNvSpPr>
          <p:nvPr/>
        </p:nvSpPr>
        <p:spPr>
          <a:xfrm xmlns:a="http://schemas.openxmlformats.org/drawingml/2006/main">
            <a:off x="5048250" y="3438525"/>
            <a:ext cx="35718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i="0">
                <a:solidFill>
                  <a:srgbClr val="21281F"/>
                </a:solidFill>
                <a:latin typeface="TeX Gyre Adventor"/>
                <a:ea typeface="TeX Gyre Adventor"/>
                <a:cs typeface="TeX Gyre Adventor"/>
              </a:defRPr>
            </a:defPPr>
            <a:lvl1pPr algn="l">
              <a:defRPr sz="1350" b="0" i="0">
                <a:solidFill>
                  <a:srgbClr val="21281F"/>
                </a:solidFill>
                <a:latin typeface="TeX Gyre Adventor"/>
                <a:ea typeface="TeX Gyre Adventor"/>
                <a:cs typeface="TeX Gyre Adventor"/>
              </a:defRPr>
            </a:lvl1pPr>
            <a:lvl2pPr algn="l">
              <a:defRPr sz="1350" b="0" i="0">
                <a:solidFill>
                  <a:srgbClr val="21281F"/>
                </a:solidFill>
                <a:latin typeface="TeX Gyre Adventor"/>
                <a:ea typeface="TeX Gyre Adventor"/>
                <a:cs typeface="TeX Gyre Adventor"/>
              </a:defRPr>
            </a:lvl2pPr>
            <a:lvl3pPr algn="l">
              <a:defRPr sz="1350" b="0" i="0">
                <a:solidFill>
                  <a:srgbClr val="21281F"/>
                </a:solidFill>
                <a:latin typeface="TeX Gyre Adventor"/>
                <a:ea typeface="TeX Gyre Adventor"/>
                <a:cs typeface="TeX Gyre Adventor"/>
              </a:defRPr>
            </a:lvl3pPr>
            <a:lvl4pPr algn="l">
              <a:defRPr sz="1350" b="0" i="0">
                <a:solidFill>
                  <a:srgbClr val="21281F"/>
                </a:solidFill>
                <a:latin typeface="TeX Gyre Adventor"/>
                <a:ea typeface="TeX Gyre Adventor"/>
                <a:cs typeface="TeX Gyre Adventor"/>
              </a:defRPr>
            </a:lvl4pPr>
            <a:lvl5pPr algn="l">
              <a:defRPr sz="1350" b="0" i="0">
                <a:solidFill>
                  <a:srgbClr val="21281F"/>
                </a:solidFill>
                <a:latin typeface="TeX Gyre Adventor"/>
                <a:ea typeface="TeX Gyre Adventor"/>
                <a:cs typeface="TeX Gyre Adventor"/>
              </a:defRPr>
            </a:lvl5pPr>
            <a:lvl6pPr algn="l">
              <a:defRPr sz="1350" b="0" i="0">
                <a:solidFill>
                  <a:srgbClr val="21281F"/>
                </a:solidFill>
                <a:latin typeface="TeX Gyre Adventor"/>
                <a:ea typeface="TeX Gyre Adventor"/>
                <a:cs typeface="TeX Gyre Adventor"/>
              </a:defRPr>
            </a:lvl6pPr>
            <a:lvl7pPr algn="l">
              <a:defRPr sz="1350" b="0" i="0">
                <a:solidFill>
                  <a:srgbClr val="21281F"/>
                </a:solidFill>
                <a:latin typeface="TeX Gyre Adventor"/>
                <a:ea typeface="TeX Gyre Adventor"/>
                <a:cs typeface="TeX Gyre Adventor"/>
              </a:defRPr>
            </a:lvl7pPr>
            <a:lvl8pPr algn="l">
              <a:defRPr sz="1350" b="0" i="0">
                <a:solidFill>
                  <a:srgbClr val="21281F"/>
                </a:solidFill>
                <a:latin typeface="TeX Gyre Adventor"/>
                <a:ea typeface="TeX Gyre Adventor"/>
                <a:cs typeface="TeX Gyre Adventor"/>
              </a:defRPr>
            </a:lvl8pPr>
            <a:lvl9pPr algn="l">
              <a:defRPr sz="1350" b="0" i="0">
                <a:solidFill>
                  <a:srgbClr val="21281F"/>
                </a:solidFill>
                <a:latin typeface="TeX Gyre Adventor"/>
                <a:ea typeface="TeX Gyre Adventor"/>
                <a:cs typeface="TeX Gyre Adventor"/>
              </a:defRPr>
            </a:lvl9pPr>
          </a:lstStyle>
          <a:p xmlns:a="http://schemas.openxmlformats.org/drawingml/2006/main">
            <a:pPr algn="l">
              <a:defRPr sz="1350" b="0" i="0">
                <a:solidFill>
                  <a:srgbClr val="21281F"/>
                </a:solidFill>
                <a:latin typeface="TeX Gyre Adventor"/>
                <a:ea typeface="TeX Gyre Adventor"/>
                <a:cs typeface="TeX Gyre Adventor"/>
              </a:defRPr>
            </a:pPr>
            <a:r>
              <a:rPr sz="1350" b="0" i="0">
                <a:solidFill>
                  <a:srgbClr val="21281F"/>
                </a:solidFill>
                <a:latin typeface="TeX Gyre Adventor"/>
                <a:ea typeface="TeX Gyre Adventor"/>
                <a:cs typeface="TeX Gyre Adventor"/>
              </a:rPr>
              <a:t>Verify the isolated host end to end. Then test better memory retrieval, voice and selected imports.</a:t>
            </a:r>
          </a:p>
        </p:txBody>
      </p:sp>
      <p:sp>
        <p:nvSpPr>
          <p:cNvPr id="19" name="element-124">
            <a:extLst xmlns:a="http://schemas.openxmlformats.org/drawingml/2006/main">
              <a:ext uri="{FF2B5EF4-FFF2-40B4-BE49-F238E27FC236}">
                <a16:creationId xmlns:a16="http://schemas.microsoft.com/office/drawing/2014/main" id="{8E7DEFBC-CE0F-46A9-B2D5-28D80EA6633A}"/>
              </a:ext>
            </a:extLst>
          </p:cNvPr>
          <p:cNvSpPr>
            <a:spLocks xmlns:a="http://schemas.openxmlformats.org/drawingml/2006/main" noGrp="1"/>
          </p:cNvSpPr>
          <p:nvPr/>
        </p:nvSpPr>
        <p:spPr>
          <a:xfrm xmlns:a="http://schemas.openxmlformats.org/drawingml/2006/main">
            <a:off x="5048250" y="4200525"/>
            <a:ext cx="3571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i="0">
                <a:solidFill>
                  <a:srgbClr val="67685E"/>
                </a:solidFill>
                <a:latin typeface="TeX Gyre Adventor"/>
                <a:ea typeface="TeX Gyre Adventor"/>
                <a:cs typeface="TeX Gyre Adventor"/>
              </a:defRPr>
            </a:defPPr>
            <a:lvl1pPr algn="l">
              <a:defRPr sz="1200" b="0" i="0">
                <a:solidFill>
                  <a:srgbClr val="67685E"/>
                </a:solidFill>
                <a:latin typeface="TeX Gyre Adventor"/>
                <a:ea typeface="TeX Gyre Adventor"/>
                <a:cs typeface="TeX Gyre Adventor"/>
              </a:defRPr>
            </a:lvl1pPr>
            <a:lvl2pPr algn="l">
              <a:defRPr sz="1200" b="0" i="0">
                <a:solidFill>
                  <a:srgbClr val="67685E"/>
                </a:solidFill>
                <a:latin typeface="TeX Gyre Adventor"/>
                <a:ea typeface="TeX Gyre Adventor"/>
                <a:cs typeface="TeX Gyre Adventor"/>
              </a:defRPr>
            </a:lvl2pPr>
            <a:lvl3pPr algn="l">
              <a:defRPr sz="1200" b="0" i="0">
                <a:solidFill>
                  <a:srgbClr val="67685E"/>
                </a:solidFill>
                <a:latin typeface="TeX Gyre Adventor"/>
                <a:ea typeface="TeX Gyre Adventor"/>
                <a:cs typeface="TeX Gyre Adventor"/>
              </a:defRPr>
            </a:lvl3pPr>
            <a:lvl4pPr algn="l">
              <a:defRPr sz="1200" b="0" i="0">
                <a:solidFill>
                  <a:srgbClr val="67685E"/>
                </a:solidFill>
                <a:latin typeface="TeX Gyre Adventor"/>
                <a:ea typeface="TeX Gyre Adventor"/>
                <a:cs typeface="TeX Gyre Adventor"/>
              </a:defRPr>
            </a:lvl4pPr>
            <a:lvl5pPr algn="l">
              <a:defRPr sz="1200" b="0" i="0">
                <a:solidFill>
                  <a:srgbClr val="67685E"/>
                </a:solidFill>
                <a:latin typeface="TeX Gyre Adventor"/>
                <a:ea typeface="TeX Gyre Adventor"/>
                <a:cs typeface="TeX Gyre Adventor"/>
              </a:defRPr>
            </a:lvl5pPr>
            <a:lvl6pPr algn="l">
              <a:defRPr sz="1200" b="0" i="0">
                <a:solidFill>
                  <a:srgbClr val="67685E"/>
                </a:solidFill>
                <a:latin typeface="TeX Gyre Adventor"/>
                <a:ea typeface="TeX Gyre Adventor"/>
                <a:cs typeface="TeX Gyre Adventor"/>
              </a:defRPr>
            </a:lvl6pPr>
            <a:lvl7pPr algn="l">
              <a:defRPr sz="1200" b="0" i="0">
                <a:solidFill>
                  <a:srgbClr val="67685E"/>
                </a:solidFill>
                <a:latin typeface="TeX Gyre Adventor"/>
                <a:ea typeface="TeX Gyre Adventor"/>
                <a:cs typeface="TeX Gyre Adventor"/>
              </a:defRPr>
            </a:lvl7pPr>
            <a:lvl8pPr algn="l">
              <a:defRPr sz="1200" b="0" i="0">
                <a:solidFill>
                  <a:srgbClr val="67685E"/>
                </a:solidFill>
                <a:latin typeface="TeX Gyre Adventor"/>
                <a:ea typeface="TeX Gyre Adventor"/>
                <a:cs typeface="TeX Gyre Adventor"/>
              </a:defRPr>
            </a:lvl8pPr>
            <a:lvl9pPr algn="l">
              <a:defRPr sz="1200" b="0" i="0">
                <a:solidFill>
                  <a:srgbClr val="67685E"/>
                </a:solidFill>
                <a:latin typeface="TeX Gyre Adventor"/>
                <a:ea typeface="TeX Gyre Adventor"/>
                <a:cs typeface="TeX Gyre Adventor"/>
              </a:defRPr>
            </a:lvl9pPr>
          </a:lstStyle>
          <a:p xmlns:a="http://schemas.openxmlformats.org/drawingml/2006/main">
            <a:pPr algn="l">
              <a:defRPr sz="1200" b="0" i="0">
                <a:solidFill>
                  <a:srgbClr val="67685E"/>
                </a:solidFill>
                <a:latin typeface="TeX Gyre Adventor"/>
                <a:ea typeface="TeX Gyre Adventor"/>
                <a:cs typeface="TeX Gyre Adventor"/>
              </a:defRPr>
            </a:pPr>
            <a:r>
              <a:rPr sz="1200" b="0" i="0">
                <a:solidFill>
                  <a:srgbClr val="67685E"/>
                </a:solidFill>
                <a:latin typeface="TeX Gyre Adventor"/>
                <a:ea typeface="TeX Gyre Adventor"/>
                <a:cs typeface="TeX Gyre Adventor"/>
              </a:rPr>
              <a:t>Longer term: native mobile pages, confirmed memory threads and carefully scoped shared albums.</a:t>
            </a:r>
          </a:p>
        </p:txBody>
      </p:sp>
      <p:sp>
        <p:nvSpPr>
          <p:cNvPr id="20" name="element-125">
            <a:extLst xmlns:a="http://schemas.openxmlformats.org/drawingml/2006/main">
              <a:ext uri="{FF2B5EF4-FFF2-40B4-BE49-F238E27FC236}">
                <a16:creationId xmlns:a16="http://schemas.microsoft.com/office/drawing/2014/main" id="{DB890BC7-F9C0-4F7E-BDBD-BEC014A2DF55}"/>
              </a:ext>
            </a:extLst>
          </p:cNvPr>
          <p:cNvSpPr>
            <a:spLocks xmlns:a="http://schemas.openxmlformats.org/drawingml/2006/main" noGrp="1"/>
          </p:cNvSpPr>
          <p:nvPr/>
        </p:nvSpPr>
        <p:spPr>
          <a:xfrm xmlns:a="http://schemas.openxmlformats.org/drawingml/2006/main">
            <a:off x="514350" y="44386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i="0">
                <a:solidFill>
                  <a:srgbClr val="67685E"/>
                </a:solidFill>
                <a:latin typeface="TeX Gyre Adventor"/>
                <a:ea typeface="TeX Gyre Adventor"/>
                <a:cs typeface="TeX Gyre Adventor"/>
              </a:defRPr>
            </a:defPPr>
            <a:lvl1pPr algn="l">
              <a:defRPr sz="1125" b="0" i="0">
                <a:solidFill>
                  <a:srgbClr val="67685E"/>
                </a:solidFill>
                <a:latin typeface="TeX Gyre Adventor"/>
                <a:ea typeface="TeX Gyre Adventor"/>
                <a:cs typeface="TeX Gyre Adventor"/>
              </a:defRPr>
            </a:lvl1pPr>
            <a:lvl2pPr algn="l">
              <a:defRPr sz="1125" b="0" i="0">
                <a:solidFill>
                  <a:srgbClr val="67685E"/>
                </a:solidFill>
                <a:latin typeface="TeX Gyre Adventor"/>
                <a:ea typeface="TeX Gyre Adventor"/>
                <a:cs typeface="TeX Gyre Adventor"/>
              </a:defRPr>
            </a:lvl2pPr>
            <a:lvl3pPr algn="l">
              <a:defRPr sz="1125" b="0" i="0">
                <a:solidFill>
                  <a:srgbClr val="67685E"/>
                </a:solidFill>
                <a:latin typeface="TeX Gyre Adventor"/>
                <a:ea typeface="TeX Gyre Adventor"/>
                <a:cs typeface="TeX Gyre Adventor"/>
              </a:defRPr>
            </a:lvl3pPr>
            <a:lvl4pPr algn="l">
              <a:defRPr sz="1125" b="0" i="0">
                <a:solidFill>
                  <a:srgbClr val="67685E"/>
                </a:solidFill>
                <a:latin typeface="TeX Gyre Adventor"/>
                <a:ea typeface="TeX Gyre Adventor"/>
                <a:cs typeface="TeX Gyre Adventor"/>
              </a:defRPr>
            </a:lvl4pPr>
            <a:lvl5pPr algn="l">
              <a:defRPr sz="1125" b="0" i="0">
                <a:solidFill>
                  <a:srgbClr val="67685E"/>
                </a:solidFill>
                <a:latin typeface="TeX Gyre Adventor"/>
                <a:ea typeface="TeX Gyre Adventor"/>
                <a:cs typeface="TeX Gyre Adventor"/>
              </a:defRPr>
            </a:lvl5pPr>
            <a:lvl6pPr algn="l">
              <a:defRPr sz="1125" b="0" i="0">
                <a:solidFill>
                  <a:srgbClr val="67685E"/>
                </a:solidFill>
                <a:latin typeface="TeX Gyre Adventor"/>
                <a:ea typeface="TeX Gyre Adventor"/>
                <a:cs typeface="TeX Gyre Adventor"/>
              </a:defRPr>
            </a:lvl6pPr>
            <a:lvl7pPr algn="l">
              <a:defRPr sz="1125" b="0" i="0">
                <a:solidFill>
                  <a:srgbClr val="67685E"/>
                </a:solidFill>
                <a:latin typeface="TeX Gyre Adventor"/>
                <a:ea typeface="TeX Gyre Adventor"/>
                <a:cs typeface="TeX Gyre Adventor"/>
              </a:defRPr>
            </a:lvl7pPr>
            <a:lvl8pPr algn="l">
              <a:defRPr sz="1125" b="0" i="0">
                <a:solidFill>
                  <a:srgbClr val="67685E"/>
                </a:solidFill>
                <a:latin typeface="TeX Gyre Adventor"/>
                <a:ea typeface="TeX Gyre Adventor"/>
                <a:cs typeface="TeX Gyre Adventor"/>
              </a:defRPr>
            </a:lvl8pPr>
            <a:lvl9pPr algn="l">
              <a:defRPr sz="1125" b="0" i="0">
                <a:solidFill>
                  <a:srgbClr val="67685E"/>
                </a:solidFill>
                <a:latin typeface="TeX Gyre Adventor"/>
                <a:ea typeface="TeX Gyre Adventor"/>
                <a:cs typeface="TeX Gyre Adventor"/>
              </a:defRPr>
            </a:lvl9pPr>
          </a:lstStyle>
          <a:p xmlns:a="http://schemas.openxmlformats.org/drawingml/2006/main">
            <a:pPr algn="l">
              <a:defRPr sz="1125" b="0" i="0">
                <a:solidFill>
                  <a:srgbClr val="67685E"/>
                </a:solidFill>
                <a:latin typeface="TeX Gyre Adventor"/>
                <a:ea typeface="TeX Gyre Adventor"/>
                <a:cs typeface="TeX Gyre Adventor"/>
              </a:defRPr>
            </a:pPr>
            <a:r>
              <a:rPr sz="1125" b="0" i="0">
                <a:solidFill>
                  <a:srgbClr val="67685E"/>
                </a:solidFill>
                <a:latin typeface="TeX Gyre Adventor"/>
                <a:ea typeface="TeX Gyre Adventor"/>
                <a:cs typeface="TeX Gyre Adventor"/>
              </a:rPr>
              <a:t>Integrated B.Sc. M.Sc. in Data Science</a:t>
            </a:r>
          </a:p>
        </p:txBody>
      </p:sp>
      <p:sp>
        <p:nvSpPr>
          <p:cNvPr id="21" name="element-126">
            <a:extLst xmlns:a="http://schemas.openxmlformats.org/drawingml/2006/main">
              <a:ext uri="{FF2B5EF4-FFF2-40B4-BE49-F238E27FC236}">
                <a16:creationId xmlns:a16="http://schemas.microsoft.com/office/drawing/2014/main" id="{9FCE6E11-35ED-409A-BC25-224B1EE335C2}"/>
              </a:ext>
            </a:extLst>
          </p:cNvPr>
          <p:cNvSpPr>
            <a:spLocks xmlns:a="http://schemas.openxmlformats.org/drawingml/2006/main" noGrp="1"/>
          </p:cNvSpPr>
          <p:nvPr/>
        </p:nvSpPr>
        <p:spPr>
          <a:xfrm xmlns:a="http://schemas.openxmlformats.org/drawingml/2006/main">
            <a:off x="8286750" y="4857750"/>
            <a:ext cx="381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825" b="0" i="0">
                <a:solidFill>
                  <a:srgbClr val="67685E"/>
                </a:solidFill>
                <a:latin typeface="TeX Gyre Adventor"/>
                <a:ea typeface="TeX Gyre Adventor"/>
                <a:cs typeface="TeX Gyre Adventor"/>
              </a:defRPr>
            </a:defPPr>
            <a:lvl1pPr algn="r">
              <a:defRPr sz="825" b="0" i="0">
                <a:solidFill>
                  <a:srgbClr val="67685E"/>
                </a:solidFill>
                <a:latin typeface="TeX Gyre Adventor"/>
                <a:ea typeface="TeX Gyre Adventor"/>
                <a:cs typeface="TeX Gyre Adventor"/>
              </a:defRPr>
            </a:lvl1pPr>
            <a:lvl2pPr algn="r">
              <a:defRPr sz="825" b="0" i="0">
                <a:solidFill>
                  <a:srgbClr val="67685E"/>
                </a:solidFill>
                <a:latin typeface="TeX Gyre Adventor"/>
                <a:ea typeface="TeX Gyre Adventor"/>
                <a:cs typeface="TeX Gyre Adventor"/>
              </a:defRPr>
            </a:lvl2pPr>
            <a:lvl3pPr algn="r">
              <a:defRPr sz="825" b="0" i="0">
                <a:solidFill>
                  <a:srgbClr val="67685E"/>
                </a:solidFill>
                <a:latin typeface="TeX Gyre Adventor"/>
                <a:ea typeface="TeX Gyre Adventor"/>
                <a:cs typeface="TeX Gyre Adventor"/>
              </a:defRPr>
            </a:lvl3pPr>
            <a:lvl4pPr algn="r">
              <a:defRPr sz="825" b="0" i="0">
                <a:solidFill>
                  <a:srgbClr val="67685E"/>
                </a:solidFill>
                <a:latin typeface="TeX Gyre Adventor"/>
                <a:ea typeface="TeX Gyre Adventor"/>
                <a:cs typeface="TeX Gyre Adventor"/>
              </a:defRPr>
            </a:lvl4pPr>
            <a:lvl5pPr algn="r">
              <a:defRPr sz="825" b="0" i="0">
                <a:solidFill>
                  <a:srgbClr val="67685E"/>
                </a:solidFill>
                <a:latin typeface="TeX Gyre Adventor"/>
                <a:ea typeface="TeX Gyre Adventor"/>
                <a:cs typeface="TeX Gyre Adventor"/>
              </a:defRPr>
            </a:lvl5pPr>
            <a:lvl6pPr algn="r">
              <a:defRPr sz="825" b="0" i="0">
                <a:solidFill>
                  <a:srgbClr val="67685E"/>
                </a:solidFill>
                <a:latin typeface="TeX Gyre Adventor"/>
                <a:ea typeface="TeX Gyre Adventor"/>
                <a:cs typeface="TeX Gyre Adventor"/>
              </a:defRPr>
            </a:lvl6pPr>
            <a:lvl7pPr algn="r">
              <a:defRPr sz="825" b="0" i="0">
                <a:solidFill>
                  <a:srgbClr val="67685E"/>
                </a:solidFill>
                <a:latin typeface="TeX Gyre Adventor"/>
                <a:ea typeface="TeX Gyre Adventor"/>
                <a:cs typeface="TeX Gyre Adventor"/>
              </a:defRPr>
            </a:lvl7pPr>
            <a:lvl8pPr algn="r">
              <a:defRPr sz="825" b="0" i="0">
                <a:solidFill>
                  <a:srgbClr val="67685E"/>
                </a:solidFill>
                <a:latin typeface="TeX Gyre Adventor"/>
                <a:ea typeface="TeX Gyre Adventor"/>
                <a:cs typeface="TeX Gyre Adventor"/>
              </a:defRPr>
            </a:lvl8pPr>
            <a:lvl9pPr algn="r">
              <a:defRPr sz="825" b="0" i="0">
                <a:solidFill>
                  <a:srgbClr val="67685E"/>
                </a:solidFill>
                <a:latin typeface="TeX Gyre Adventor"/>
                <a:ea typeface="TeX Gyre Adventor"/>
                <a:cs typeface="TeX Gyre Adventor"/>
              </a:defRPr>
            </a:lvl9pPr>
          </a:lstStyle>
          <a:p xmlns:a="http://schemas.openxmlformats.org/drawingml/2006/main">
            <a:pPr algn="r">
              <a:defRPr sz="825" b="0" i="0">
                <a:solidFill>
                  <a:srgbClr val="67685E"/>
                </a:solidFill>
                <a:latin typeface="TeX Gyre Adventor"/>
                <a:ea typeface="TeX Gyre Adventor"/>
                <a:cs typeface="TeX Gyre Adventor"/>
              </a:defRPr>
            </a:pPr>
            <a:r>
              <a:rPr sz="825" b="0" i="0">
                <a:solidFill>
                  <a:srgbClr val="67685E"/>
                </a:solidFill>
                <a:latin typeface="TeX Gyre Adventor"/>
                <a:ea typeface="TeX Gyre Adventor"/>
                <a:cs typeface="TeX Gyre Adventor"/>
              </a:rPr>
              <a:t>8 / 8</a:t>
            </a:r>
          </a:p>
        </p:txBody>
      </p:sp>
    </p:spTree>
    <p:extLst>
      <p:ext uri="{BB962C8B-B14F-4D97-AF65-F5344CB8AC3E}">
        <p14:creationId xmlns:p14="http://schemas.microsoft.com/office/powerpoint/2010/main" val="11518193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2026-10-20T09:04:20.0150000Z</dcterms:created>
  <dcterms:modified xsi:type="dcterms:W3CDTF">2026-10-20T09:04:20.0150000Z</dcterms:modified>
</coreProperties>
</file>