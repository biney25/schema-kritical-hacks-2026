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549396052946c2" /><Relationship Type="http://schemas.openxmlformats.org/officeDocument/2006/relationships/extended-properties" Target="/docProps/app.xml" Id="R2fa92f8447004e34" /><Relationship Type="http://schemas.openxmlformats.org/officeDocument/2006/relationships/officeDocument" Target="/ppt/presentation.xml" Id="R4ea259544e024c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7d0e6068e245ee"/>
  </p:sldMasterIdLst>
  <p:notesMasterIdLst>
    <p:notesMasterId xmlns:r="http://schemas.openxmlformats.org/officeDocument/2006/relationships" r:id="R95cc408522514ab3"/>
  </p:notesMasterIdLst>
  <p:sldIdLst>
    <p:sldId xmlns:r="http://schemas.openxmlformats.org/officeDocument/2006/relationships" id="256" r:id="R8b5c6a50a5a14313"/>
    <p:sldId xmlns:r="http://schemas.openxmlformats.org/officeDocument/2006/relationships" id="257" r:id="Rd4aa1421b7c4408f"/>
    <p:sldId xmlns:r="http://schemas.openxmlformats.org/officeDocument/2006/relationships" id="258" r:id="R68afe7ebd7b84a03"/>
    <p:sldId xmlns:r="http://schemas.openxmlformats.org/officeDocument/2006/relationships" id="259" r:id="Ref7010259a494cc7"/>
    <p:sldId xmlns:r="http://schemas.openxmlformats.org/officeDocument/2006/relationships" id="260" r:id="Rfec373d902a64e26"/>
    <p:sldId xmlns:r="http://schemas.openxmlformats.org/officeDocument/2006/relationships" id="261" r:id="R976d92e337464348"/>
    <p:sldId xmlns:r="http://schemas.openxmlformats.org/officeDocument/2006/relationships" id="262" r:id="Rb0a65c6e66634d16"/>
    <p:sldId xmlns:r="http://schemas.openxmlformats.org/officeDocument/2006/relationships" id="263" r:id="Rc931fa01d9f24749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d5b2ce87e44d88" /><Relationship Type="http://schemas.openxmlformats.org/officeDocument/2006/relationships/slideMaster" Target="/ppt/slideMasters/slideMaster1.xml" Id="R047d0e6068e245ee" /><Relationship Type="http://schemas.openxmlformats.org/officeDocument/2006/relationships/notesMaster" Target="/ppt/notesMasters/notesMaster1.xml" Id="R95cc408522514ab3" /><Relationship Type="http://schemas.openxmlformats.org/officeDocument/2006/relationships/presProps" Target="/ppt/presProps.xml" Id="Rd998f5a9e2eb43a2" /><Relationship Type="http://schemas.openxmlformats.org/officeDocument/2006/relationships/tableStyles" Target="/ppt/tableStyles.xml" Id="R59f7c13156b34f76" /><Relationship Type="http://schemas.openxmlformats.org/officeDocument/2006/relationships/slide" Target="/ppt/slides/slide1.xml" Id="R8b5c6a50a5a14313" /><Relationship Type="http://schemas.openxmlformats.org/officeDocument/2006/relationships/slide" Target="/ppt/slides/slide2.xml" Id="Rd4aa1421b7c4408f" /><Relationship Type="http://schemas.openxmlformats.org/officeDocument/2006/relationships/slide" Target="/ppt/slides/slide3.xml" Id="R68afe7ebd7b84a03" /><Relationship Type="http://schemas.openxmlformats.org/officeDocument/2006/relationships/slide" Target="/ppt/slides/slide4.xml" Id="Ref7010259a494cc7" /><Relationship Type="http://schemas.openxmlformats.org/officeDocument/2006/relationships/slide" Target="/ppt/slides/slide5.xml" Id="Rfec373d902a64e26" /><Relationship Type="http://schemas.openxmlformats.org/officeDocument/2006/relationships/slide" Target="/ppt/slides/slide6.xml" Id="R976d92e337464348" /><Relationship Type="http://schemas.openxmlformats.org/officeDocument/2006/relationships/slide" Target="/ppt/slides/slide7.xml" Id="Rb0a65c6e66634d16" /><Relationship Type="http://schemas.openxmlformats.org/officeDocument/2006/relationships/slide" Target="/ppt/slides/slide8.xml" Id="Rc931fa01d9f247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52dc080af947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96acedc3ee4e84" /><Relationship Type="http://schemas.openxmlformats.org/officeDocument/2006/relationships/notesMaster" Target="/ppt/notesMasters/notesMaster1.xml" Id="Ra4624c00d0e741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51ed80a0124dfd" /><Relationship Type="http://schemas.openxmlformats.org/officeDocument/2006/relationships/notesMaster" Target="/ppt/notesMasters/notesMaster1.xml" Id="R0647c1f38aca4f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1483da18154bb4" /><Relationship Type="http://schemas.openxmlformats.org/officeDocument/2006/relationships/notesMaster" Target="/ppt/notesMasters/notesMaster1.xml" Id="R5f0ecb1252c14f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55c94a96ca46c8" /><Relationship Type="http://schemas.openxmlformats.org/officeDocument/2006/relationships/notesMaster" Target="/ppt/notesMasters/notesMaster1.xml" Id="R62fe63f61a3141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2500b01c394e82" /><Relationship Type="http://schemas.openxmlformats.org/officeDocument/2006/relationships/notesMaster" Target="/ppt/notesMasters/notesMaster1.xml" Id="R6b70e59c3fe042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69dd44ec144a1c" /><Relationship Type="http://schemas.openxmlformats.org/officeDocument/2006/relationships/notesMaster" Target="/ppt/notesMasters/notesMaster1.xml" Id="Rdb84346303ac40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0166f2942642df" /><Relationship Type="http://schemas.openxmlformats.org/officeDocument/2006/relationships/notesMaster" Target="/ppt/notesMasters/notesMaster1.xml" Id="R230312fc2a0848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3b787084364138" /><Relationship Type="http://schemas.openxmlformats.org/officeDocument/2006/relationships/notesMaster" Target="/ppt/notesMasters/notesMaster1.xml" Id="R9ea96ad428554d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 preserves the story behind a photo. The user writes the personal note and approves any public event details before they enter the journal. The Kritical prototype uses TinyFish for that event-research step.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initial audience is adults aged 18–30 who want a private record of their lives. We propose a 20-person adult pilot to measure capture and revisits. This is a target, not completed research.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courtyard gig is an illustrative journal page. A personal note and public event context have different sources. The user chooses what to include, then edits and saves the page.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connected TinyFish provider run 43e6a572-a11c-45c5-b8b5-a355b2abe946 completed on 20 October 2026 in five steps. This was not an authenticated request from a deployed Schema host. Dates/venue independently checked: https://us.pycon.org/2026/ . Evidence JSON is included in source. API limit documentation: https://docs.tinyfish.ai/key-concepts/runs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verified from the copied source: app/api/tinyfish/route.ts, lib/tinyfish/provider.mjs, lib/tinyfish/context.mjs, lib/customer/ai.mjs and customer database adapters. Current standalone data layer uses Supabase Postgres/private storage. No pgvector/semantic retrieval or end-to-end encryption claim is made. Provider execution and authentication remain separate verification gates.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prices, usage, FX, tax treatment and AI/support budgets are planning assumptions. Not a profit forecast. Detailed formulas: Schema_Kritical_Economics.xlsx. Provider rates checked 20 October 2026: https://www.tinyfish.ai/pricing ($0.016/step), https://supabase.com/pricing ($0.0213/GB-month storage and $0.09/GB uncached egress overages), https://razorpay.com/pricing/ (2% standard gateway fee, excludes promotions). A ₹149 tax-inclusive customer price is modeled with illustrative 18% sales tax and 18% tax on the gateway fee. Typical cost ₹26.607. Net receipts ₹122.755. Contribution ₹96.148 before free users and fixed costs. At 100 paid and 900 free users, typical cohort balance ≈₹2,860/month before salaries/acquisition, while the full-allowance stress case is slightly negative. No annual discount until real usage validates the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Competitors already provide media, AI, prompts and sharing, so those alone are not unique. Public USD prices checked 20 October 2026: https://dayoneapp.com/plans/ and https://journey.cloud/membership . These are not India checkout quotes or equivalent feature bundles. Schema plan limits are proposed, not implemented billing entitlements. Research trial cost needs a finite acquisition budget. Pilot numbers are targets, not achieved traction.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prototype includes journal editing, the life archive and TinyFish fact review. The automated suite covers core services, provider boundaries and reviewed-draft persistence, including an explicit recorded-result CLI reproduction. The five-step result is a live provider extraction, not a hosted-account acceptance test. Next, an opt-in adult pilot will test capture and revisits. Native mobile and semantic memory threads are future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94922cef10452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d9693a8bc24b2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242cc6624046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8dd65315ff46d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4631bed8047f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054ad309ab47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06E6F3-74C5-40E9-8B18-51307742E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1943100"/>
            <a:ext cx="731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A1121F7-A5D8-4945-BD5A-A90E287502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2828925"/>
            <a:ext cx="6400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DAFA38-99C8-4647-90B3-8023849AC1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2143125"/>
            <a:ext cx="731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23AA2F-0621-41A7-94E2-855C7E338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8899424-12E8-4A12-9DD2-0AE7B900D4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81153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87A300-3BD9-40DE-920D-80FFC49484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244C53E-62A6-42CD-B832-0B7FF7C260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5230AE1-5DED-4FE8-A91C-3817836EBE4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577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7F0224-3A1E-42E1-BD36-3DF6E7B6C9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F27E9DD-5E6D-4BF2-88CB-C684BC0BED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00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28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57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0858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144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5430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7716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00250" indent="-17145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42fef0badb4019" /><Relationship Type="http://schemas.openxmlformats.org/officeDocument/2006/relationships/slideLayout" Target="/ppt/slideLayouts/slideLayout1.xml" Id="R15db703d991f483e" /><Relationship Type="http://schemas.openxmlformats.org/officeDocument/2006/relationships/slideLayout" Target="/ppt/slideLayouts/slideLayout2.xml" Id="R8d0fe5a421e64723" /><Relationship Type="http://schemas.openxmlformats.org/officeDocument/2006/relationships/slideLayout" Target="/ppt/slideLayouts/slideLayout3.xml" Id="Rb13c5852d1d647aa" /><Relationship Type="http://schemas.openxmlformats.org/officeDocument/2006/relationships/slideLayout" Target="/ppt/slideLayouts/slideLayout4.xml" Id="Ra0db2fbccd784eda" /><Relationship Type="http://schemas.openxmlformats.org/officeDocument/2006/relationships/slideLayout" Target="/ppt/slideLayouts/slideLayout5.xml" Id="R62b6b9795c324493" /><Relationship Type="http://schemas.openxmlformats.org/officeDocument/2006/relationships/slideLayout" Target="/ppt/slideLayouts/slideLayout6.xml" Id="Rd28f1c3a65d74a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db703d991f483e"/>
    <p:sldLayoutId xmlns:r="http://schemas.openxmlformats.org/officeDocument/2006/relationships" id="2147483650" r:id="R8d0fe5a421e64723"/>
    <p:sldLayoutId xmlns:r="http://schemas.openxmlformats.org/officeDocument/2006/relationships" id="2147483651" r:id="Rb13c5852d1d647aa"/>
    <p:sldLayoutId xmlns:r="http://schemas.openxmlformats.org/officeDocument/2006/relationships" id="2147483652" r:id="Ra0db2fbccd784eda"/>
    <p:sldLayoutId xmlns:r="http://schemas.openxmlformats.org/officeDocument/2006/relationships" id="2147483653" r:id="R62b6b9795c324493"/>
    <p:sldLayoutId xmlns:r="http://schemas.openxmlformats.org/officeDocument/2006/relationships" id="2147483654" r:id="Rd28f1c3a65d74a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3cb5637a7046be" /><Relationship Type="http://schemas.openxmlformats.org/officeDocument/2006/relationships/image" Target="/ppt/media/image.png" Id="R1782a5df6a244d5a" /><Relationship Type="http://schemas.openxmlformats.org/officeDocument/2006/relationships/notesSlide" Target="/ppt/notesSlides/notesSlide1.xml" Id="R9d8fc6a15cc14f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573154841c4133" /><Relationship Type="http://schemas.openxmlformats.org/officeDocument/2006/relationships/image" Target="/ppt/media/image2.png" Id="Rb3458ce9bb94446b" /><Relationship Type="http://schemas.openxmlformats.org/officeDocument/2006/relationships/notesSlide" Target="/ppt/notesSlides/notesSlide2.xml" Id="Rdc4d7adbdbc44d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679af9646944db" /><Relationship Type="http://schemas.openxmlformats.org/officeDocument/2006/relationships/image" Target="/ppt/media/image3.png" Id="R2aaad2b202cb4c67" /><Relationship Type="http://schemas.openxmlformats.org/officeDocument/2006/relationships/notesSlide" Target="/ppt/notesSlides/notesSlide3.xml" Id="R5d2796788cdf41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e4639b6e4849ba" /><Relationship Type="http://schemas.openxmlformats.org/officeDocument/2006/relationships/image" Target="/ppt/media/image4.png" Id="Ra011d4368cf6429d" /><Relationship Type="http://schemas.openxmlformats.org/officeDocument/2006/relationships/notesSlide" Target="/ppt/notesSlides/notesSlide4.xml" Id="R5bebce92e57d44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fec7701a854a3b" /><Relationship Type="http://schemas.openxmlformats.org/officeDocument/2006/relationships/image" Target="/ppt/media/image5.png" Id="Rd919538563b24d5e" /><Relationship Type="http://schemas.openxmlformats.org/officeDocument/2006/relationships/notesSlide" Target="/ppt/notesSlides/notesSlide5.xml" Id="Rc87303616a6947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6f41b02ac14c0d" /><Relationship Type="http://schemas.openxmlformats.org/officeDocument/2006/relationships/image" Target="/ppt/media/image6.png" Id="R2304fa4cae454e00" /><Relationship Type="http://schemas.openxmlformats.org/officeDocument/2006/relationships/notesSlide" Target="/ppt/notesSlides/notesSlide6.xml" Id="R21c15206a31148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9abbcab9844c61" /><Relationship Type="http://schemas.openxmlformats.org/officeDocument/2006/relationships/image" Target="/ppt/media/image7.png" Id="R54db4862ea704d9d" /><Relationship Type="http://schemas.openxmlformats.org/officeDocument/2006/relationships/notesSlide" Target="/ppt/notesSlides/notesSlide7.xml" Id="Rd9ced01a81024b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dc6920bd834ef1" /><Relationship Type="http://schemas.openxmlformats.org/officeDocument/2006/relationships/image" Target="/ppt/media/image8.png" Id="Rce913c279ca140fb" /><Relationship Type="http://schemas.openxmlformats.org/officeDocument/2006/relationships/notesSlide" Target="/ppt/notesSlides/notesSlide8.xml" Id="R51d77f37ba6b4f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FB687A-90BD-4970-9DF2-C96D7F9C41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2a5df6a244d5a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0403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9FBB7-1998-4068-8E2F-E1199A3B43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58ce9bb94446b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0911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3B1DC-17D0-4982-9F01-AB805CDC8C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aad2b202cb4c67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75886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AE7AC-3FA9-4F17-A37A-D677B64A22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11d4368cf6429d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5875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E4613-6508-4D45-870F-85593A2F49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9538563b24d5e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9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150A8-C535-4BA8-B3BD-D2D13DDC42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4fa4cae454e0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48161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A2605-CF7F-461E-B975-B2B2FA3DEF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db4862ea704d9d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663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9F6FD-FD66-4AEF-9A40-A561A167CD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13c279ca140fb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0343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2026-10-20T09:57:50.1840000Z</dcterms:created>
  <dcterms:modified xsi:type="dcterms:W3CDTF">2026-10-20T09:57:50.1840000Z</dcterms:modified>
</coreProperties>
</file>