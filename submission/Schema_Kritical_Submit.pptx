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cb2ba2ca0649de" /><Relationship Type="http://schemas.openxmlformats.org/officeDocument/2006/relationships/extended-properties" Target="/docProps/app.xml" Id="Rca247de89f1941da" /><Relationship Type="http://schemas.openxmlformats.org/officeDocument/2006/relationships/officeDocument" Target="/ppt/presentation.xml" Id="Rbf40ee5f99fa46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66e1ea47f44985"/>
  </p:sldMasterIdLst>
  <p:notesMasterIdLst>
    <p:notesMasterId xmlns:r="http://schemas.openxmlformats.org/officeDocument/2006/relationships" r:id="R10ffd91fc2e94fce"/>
  </p:notesMasterIdLst>
  <p:sldIdLst>
    <p:sldId xmlns:r="http://schemas.openxmlformats.org/officeDocument/2006/relationships" id="256" r:id="R996aca3b26354a09"/>
    <p:sldId xmlns:r="http://schemas.openxmlformats.org/officeDocument/2006/relationships" id="257" r:id="R04fd34996a144054"/>
    <p:sldId xmlns:r="http://schemas.openxmlformats.org/officeDocument/2006/relationships" id="258" r:id="Rf047cc56cef847f9"/>
    <p:sldId xmlns:r="http://schemas.openxmlformats.org/officeDocument/2006/relationships" id="259" r:id="R627660584e994b8a"/>
    <p:sldId xmlns:r="http://schemas.openxmlformats.org/officeDocument/2006/relationships" id="260" r:id="Rdf48808ad49d4b65"/>
    <p:sldId xmlns:r="http://schemas.openxmlformats.org/officeDocument/2006/relationships" id="261" r:id="R2fc72dad263a4e68"/>
    <p:sldId xmlns:r="http://schemas.openxmlformats.org/officeDocument/2006/relationships" id="262" r:id="Ra5746ab490d34001"/>
    <p:sldId xmlns:r="http://schemas.openxmlformats.org/officeDocument/2006/relationships" id="263" r:id="R6eaa726844a64cb3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800d2297d14dd2" /><Relationship Type="http://schemas.openxmlformats.org/officeDocument/2006/relationships/slideMaster" Target="/ppt/slideMasters/slideMaster1.xml" Id="R3d66e1ea47f44985" /><Relationship Type="http://schemas.openxmlformats.org/officeDocument/2006/relationships/notesMaster" Target="/ppt/notesMasters/notesMaster1.xml" Id="R10ffd91fc2e94fce" /><Relationship Type="http://schemas.openxmlformats.org/officeDocument/2006/relationships/presProps" Target="/ppt/presProps.xml" Id="R3af40bbe3c954237" /><Relationship Type="http://schemas.openxmlformats.org/officeDocument/2006/relationships/tableStyles" Target="/ppt/tableStyles.xml" Id="Ref01c6f5b73740b1" /><Relationship Type="http://schemas.openxmlformats.org/officeDocument/2006/relationships/slide" Target="/ppt/slides/slide1.xml" Id="R996aca3b26354a09" /><Relationship Type="http://schemas.openxmlformats.org/officeDocument/2006/relationships/slide" Target="/ppt/slides/slide2.xml" Id="R04fd34996a144054" /><Relationship Type="http://schemas.openxmlformats.org/officeDocument/2006/relationships/slide" Target="/ppt/slides/slide3.xml" Id="Rf047cc56cef847f9" /><Relationship Type="http://schemas.openxmlformats.org/officeDocument/2006/relationships/slide" Target="/ppt/slides/slide4.xml" Id="R627660584e994b8a" /><Relationship Type="http://schemas.openxmlformats.org/officeDocument/2006/relationships/slide" Target="/ppt/slides/slide5.xml" Id="Rdf48808ad49d4b65" /><Relationship Type="http://schemas.openxmlformats.org/officeDocument/2006/relationships/slide" Target="/ppt/slides/slide6.xml" Id="R2fc72dad263a4e68" /><Relationship Type="http://schemas.openxmlformats.org/officeDocument/2006/relationships/slide" Target="/ppt/slides/slide7.xml" Id="Ra5746ab490d34001" /><Relationship Type="http://schemas.openxmlformats.org/officeDocument/2006/relationships/slide" Target="/ppt/slides/slide8.xml" Id="R6eaa726844a64c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1f824ed9fe40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d0c0cf71a04b55" /><Relationship Type="http://schemas.openxmlformats.org/officeDocument/2006/relationships/notesMaster" Target="/ppt/notesMasters/notesMaster1.xml" Id="Ra3204e00121a4e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506027a84d4c2e" /><Relationship Type="http://schemas.openxmlformats.org/officeDocument/2006/relationships/notesMaster" Target="/ppt/notesMasters/notesMaster1.xml" Id="R963714c7634249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48a31283774152" /><Relationship Type="http://schemas.openxmlformats.org/officeDocument/2006/relationships/notesMaster" Target="/ppt/notesMasters/notesMaster1.xml" Id="R6531cfa71a9d4e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9e8f557d8a464e" /><Relationship Type="http://schemas.openxmlformats.org/officeDocument/2006/relationships/notesMaster" Target="/ppt/notesMasters/notesMaster1.xml" Id="R4db47afc0cab4d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584dadbce04231" /><Relationship Type="http://schemas.openxmlformats.org/officeDocument/2006/relationships/notesMaster" Target="/ppt/notesMasters/notesMaster1.xml" Id="Rac12fba9188548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6b6b2ae3b74873" /><Relationship Type="http://schemas.openxmlformats.org/officeDocument/2006/relationships/notesMaster" Target="/ppt/notesMasters/notesMaster1.xml" Id="R3fb46bd2ea6c41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1115f817cc477b" /><Relationship Type="http://schemas.openxmlformats.org/officeDocument/2006/relationships/notesMaster" Target="/ppt/notesMasters/notesMaster1.xml" Id="R8289f1a15a5944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7934e0230e4ebe" /><Relationship Type="http://schemas.openxmlformats.org/officeDocument/2006/relationships/notesMaster" Target="/ppt/notesMasters/notesMaster1.xml" Id="Rb873ee4fcad24a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5ff98c9eaa4ed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7690c1b9784d8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ad54e092934b3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408d5312fb433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a043b62786460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5daef2954b46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B1610A-3BA6-4423-A1E1-026AD0E5C0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1943100"/>
            <a:ext cx="731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03C48D2-7CEE-45E4-BF87-E75B7CC5425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828925"/>
            <a:ext cx="640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9B41896-C944-44DD-9888-507DF78718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143125"/>
            <a:ext cx="731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C3B606-4C09-42A4-BE59-757B33FF8B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688F2E9-4357-4205-8B82-2474FF9EB5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81153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2C37221-BFDD-4D58-B886-A28C9C1B7F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93611C8-5E0F-40A5-A6F2-A78C3D0E64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08E1ABD-A97E-401F-AE8E-4BBC3CF00DF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919227-3A35-4AB0-82CD-45604AE025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2C622B-BD74-4CB7-99A3-919457E262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3e74f1b18b4795" /><Relationship Type="http://schemas.openxmlformats.org/officeDocument/2006/relationships/slideLayout" Target="/ppt/slideLayouts/slideLayout1.xml" Id="R581e81ee599549aa" /><Relationship Type="http://schemas.openxmlformats.org/officeDocument/2006/relationships/slideLayout" Target="/ppt/slideLayouts/slideLayout2.xml" Id="R040878cbeeb44a87" /><Relationship Type="http://schemas.openxmlformats.org/officeDocument/2006/relationships/slideLayout" Target="/ppt/slideLayouts/slideLayout3.xml" Id="Rffff703430364069" /><Relationship Type="http://schemas.openxmlformats.org/officeDocument/2006/relationships/slideLayout" Target="/ppt/slideLayouts/slideLayout4.xml" Id="R03bed3ddddee49e3" /><Relationship Type="http://schemas.openxmlformats.org/officeDocument/2006/relationships/slideLayout" Target="/ppt/slideLayouts/slideLayout5.xml" Id="Rca9bb1cb89a04fe2" /><Relationship Type="http://schemas.openxmlformats.org/officeDocument/2006/relationships/slideLayout" Target="/ppt/slideLayouts/slideLayout6.xml" Id="Ra26cb8f8c32a42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1e81ee599549aa"/>
    <p:sldLayoutId xmlns:r="http://schemas.openxmlformats.org/officeDocument/2006/relationships" id="2147483650" r:id="R040878cbeeb44a87"/>
    <p:sldLayoutId xmlns:r="http://schemas.openxmlformats.org/officeDocument/2006/relationships" id="2147483651" r:id="Rffff703430364069"/>
    <p:sldLayoutId xmlns:r="http://schemas.openxmlformats.org/officeDocument/2006/relationships" id="2147483652" r:id="R03bed3ddddee49e3"/>
    <p:sldLayoutId xmlns:r="http://schemas.openxmlformats.org/officeDocument/2006/relationships" id="2147483653" r:id="Rca9bb1cb89a04fe2"/>
    <p:sldLayoutId xmlns:r="http://schemas.openxmlformats.org/officeDocument/2006/relationships" id="2147483654" r:id="Ra26cb8f8c32a42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952fd0e8d94634" /><Relationship Type="http://schemas.openxmlformats.org/officeDocument/2006/relationships/image" Target="/ppt/media/image.png" Id="Rae7d89ef2bee4c64" /><Relationship Type="http://schemas.openxmlformats.org/officeDocument/2006/relationships/notesSlide" Target="/ppt/notesSlides/notesSlide1.xml" Id="R30bba486291744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b1206e869a4e8e" /><Relationship Type="http://schemas.openxmlformats.org/officeDocument/2006/relationships/image" Target="/ppt/media/image2.png" Id="R0f419235c4f64c9a" /><Relationship Type="http://schemas.openxmlformats.org/officeDocument/2006/relationships/notesSlide" Target="/ppt/notesSlides/notesSlide2.xml" Id="R64bc153ae75e42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cc03b357274ae0" /><Relationship Type="http://schemas.openxmlformats.org/officeDocument/2006/relationships/image" Target="/ppt/media/image3.png" Id="R608bd588900e42e6" /><Relationship Type="http://schemas.openxmlformats.org/officeDocument/2006/relationships/notesSlide" Target="/ppt/notesSlides/notesSlide3.xml" Id="R0bd53c405e2445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6882cc18ca4be0" /><Relationship Type="http://schemas.openxmlformats.org/officeDocument/2006/relationships/image" Target="/ppt/media/image4.png" Id="Rf8ff3609ecc14bac" /><Relationship Type="http://schemas.openxmlformats.org/officeDocument/2006/relationships/notesSlide" Target="/ppt/notesSlides/notesSlide4.xml" Id="R762b17fe5ed746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4976892a8f4fce" /><Relationship Type="http://schemas.openxmlformats.org/officeDocument/2006/relationships/image" Target="/ppt/media/image5.png" Id="Rd360073c8c5a4108" /><Relationship Type="http://schemas.openxmlformats.org/officeDocument/2006/relationships/notesSlide" Target="/ppt/notesSlides/notesSlide5.xml" Id="Rab9e4824cbba40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0b04d8720b41bf" /><Relationship Type="http://schemas.openxmlformats.org/officeDocument/2006/relationships/image" Target="/ppt/media/image6.png" Id="R5fd5a66c591a45f6" /><Relationship Type="http://schemas.openxmlformats.org/officeDocument/2006/relationships/notesSlide" Target="/ppt/notesSlides/notesSlide6.xml" Id="Rf5c0905464334c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df3d34280c4355" /><Relationship Type="http://schemas.openxmlformats.org/officeDocument/2006/relationships/image" Target="/ppt/media/image7.png" Id="Rcf18328bdcd84df5" /><Relationship Type="http://schemas.openxmlformats.org/officeDocument/2006/relationships/notesSlide" Target="/ppt/notesSlides/notesSlide7.xml" Id="R04e758b7eedf4f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ba6b46aa1b41a6" /><Relationship Type="http://schemas.openxmlformats.org/officeDocument/2006/relationships/image" Target="/ppt/media/image8.png" Id="R2846264e05764b5b" /><Relationship Type="http://schemas.openxmlformats.org/officeDocument/2006/relationships/notesSlide" Target="/ppt/notesSlides/notesSlide8.xml" Id="R5ac9b247a7cc4d6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1CBBA1-3B42-4EF1-BCE4-C72E654FF4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d89ef2bee4c64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4078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E1A87-25E0-44E8-8CDE-87A1C5E390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419235c4f64c9a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59264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674B9-0B2D-4EDE-B48C-409C0720F4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8bd588900e42e6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9087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2FEE40-0862-42A7-A6A0-9F6767358F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f3609ecc14bac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37685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33FA2-94EF-4226-A11C-A897F3D9CA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60073c8c5a4108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93657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E589E-ADC9-4F09-AD43-4DF99A9EA2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d5a66c591a45f6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9423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0AF96-0154-4587-84BC-4C60CEB2C1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18328bdcd84df5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16789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AABD1-4C0B-45CB-A5EB-675949E45A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46264e05764b5b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5792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2026-10-20T09:12:08.2680000Z</dcterms:created>
  <dcterms:modified xsi:type="dcterms:W3CDTF">2026-10-20T09:12:08.2690000Z</dcterms:modified>
</coreProperties>
</file>